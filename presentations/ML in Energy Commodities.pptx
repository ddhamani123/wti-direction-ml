
<file path=[Content_Types].xml><?xml version="1.0" encoding="utf-8"?>
<Types xmlns="http://schemas.openxmlformats.org/package/2006/content-types">
  <Default ContentType="application/xml" Extension="xml"/>
  <Default ContentType="image/png" Extension="png"/>
  <Default ContentType="application/vnd.openxmlformats-officedocument.obfuscatedFont" Extension="odttf"/>
  <Default ContentType="application/vnd.openxmlformats-package.relationships+xml" Extension="rels"/>
  <Override ContentType="application/vnd.openxmlformats-officedocument.presentationml.notesSlide+xml" PartName="/ppt/notesSlides/notesSlide6.xml"/>
  <Override ContentType="application/vnd.openxmlformats-officedocument.presentationml.notesSlide+xml" PartName="/ppt/notesSlides/notesSlide1.xml"/>
  <Override ContentType="application/vnd.openxmlformats-officedocument.presentationml.notesSlide+xml" PartName="/ppt/notesSlides/notesSlide3.xml"/>
  <Override ContentType="application/vnd.openxmlformats-officedocument.presentationml.notesSlide+xml" PartName="/ppt/notesSlides/notesSlide2.xml"/>
  <Override ContentType="application/vnd.openxmlformats-officedocument.presentationml.notesSlide+xml" PartName="/ppt/notesSlides/notesSlide5.xml"/>
  <Override ContentType="application/vnd.openxmlformats-officedocument.presentationml.notesSlide+xml" PartName="/ppt/notesSlides/notesSlide4.xml"/>
  <Override ContentType="application/vnd.openxmlformats-officedocument.presentationml.slideLayout+xml" PartName="/ppt/slideLayouts/slideLayout3.xml"/>
  <Override ContentType="application/vnd.openxmlformats-officedocument.presentationml.slideLayout+xml" PartName="/ppt/slideLayouts/slideLayout4.xml"/>
  <Override ContentType="application/vnd.openxmlformats-officedocument.presentationml.slideLayout+xml" PartName="/ppt/slideLayouts/slideLayout5.xml"/>
  <Override ContentType="application/vnd.openxmlformats-officedocument.presentationml.slideLayout+xml" PartName="/ppt/slideLayouts/slideLayout2.xml"/>
  <Override ContentType="application/vnd.openxmlformats-officedocument.presentationml.slideLayout+xml" PartName="/ppt/slideLayouts/slideLayout11.xml"/>
  <Override ContentType="application/vnd.openxmlformats-officedocument.presentationml.slideLayout+xml" PartName="/ppt/slideLayouts/slideLayout1.xml"/>
  <Override ContentType="application/vnd.openxmlformats-officedocument.presentationml.slideLayout+xml" PartName="/ppt/slideLayouts/slideLayout10.xml"/>
  <Override ContentType="application/vnd.openxmlformats-officedocument.presentationml.slideLayout+xml" PartName="/ppt/slideLayouts/slideLayout7.xml"/>
  <Override ContentType="application/vnd.openxmlformats-officedocument.presentationml.slideLayout+xml" PartName="/ppt/slideLayouts/slideLayout6.xml"/>
  <Override ContentType="application/vnd.openxmlformats-officedocument.presentationml.slideLayout+xml" PartName="/ppt/slideLayouts/slideLayout8.xml"/>
  <Override ContentType="application/vnd.openxmlformats-officedocument.presentationml.slideLayout+xml" PartName="/ppt/slideLayouts/slideLayout9.xml"/>
  <Override ContentType="application/vnd.openxmlformats-officedocument.presentationml.slideMaster+xml" PartName="/ppt/slideMasters/slideMaster1.xml"/>
  <Override ContentType="application/vnd.openxmlformats-officedocument.presentationml.slide+xml" PartName="/ppt/slides/slide4.xml"/>
  <Override ContentType="application/vnd.openxmlformats-officedocument.presentationml.slide+xml" PartName="/ppt/slides/slide1.xml"/>
  <Override ContentType="application/vnd.openxmlformats-officedocument.presentationml.slide+xml" PartName="/ppt/slides/slide2.xml"/>
  <Override ContentType="application/vnd.openxmlformats-officedocument.presentationml.slide+xml" PartName="/ppt/slides/slide3.xml"/>
  <Override ContentType="application/vnd.openxmlformats-officedocument.presentationml.slide+xml" PartName="/ppt/slides/slide6.xml"/>
  <Override ContentType="application/vnd.openxmlformats-officedocument.presentationml.slide+xml" PartName="/ppt/slides/slide5.xml"/>
  <Override ContentType="application/vnd.openxmlformats-officedocument.presentationml.notesMaster+xml" PartName="/ppt/notesMasters/notesMaster1.xml"/>
  <Override ContentType="application/vnd.openxmlformats-officedocument.presentationml.presentation.main+xml" PartName="/ppt/presentation.xml"/>
  <Override ContentType="application/vnd.openxmlformats-officedocument.presentationml.presProps+xml" PartName="/ppt/presProps.xml"/>
  <Override ContentType="application/vnd.openxmlformats-officedocument.theme+xml" PartName="/ppt/theme/theme1.xml"/>
  <Override ContentType="application/vnd.openxmlformats-officedocument.theme+xml" PartName="/ppt/theme/theme2.xml"/>
  <Override ContentType="application/vnd.openxmlformats-officedocument.presentationml.viewProps+xml" PartName="/ppt/viewProps.xml"/>
</Types>
</file>

<file path=_rels/.rels><?xml version="1.0" encoding="UTF-8" standalone="yes"?><Relationships xmlns="http://schemas.openxmlformats.org/package/2006/relationships"><Relationship Id="rId1" Type="http://schemas.openxmlformats.org/officeDocument/2006/relationships/officeDocument" Target="ppt/presentation.xml"/></Relationships>
</file>

<file path=ppt/presentation.xml><?xml version="1.0" encoding="utf-8"?>
<p:presentation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autoCompressPictures="0" strictFirstAndLastChars="0" saveSubsetFonts="1" showSpecialPlsOnTitleSld="0">
  <p:sldMasterIdLst>
    <p:sldMasterId id="2147483659" r:id="rId4"/>
  </p:sldMasterIdLst>
  <p:notesMasterIdLst>
    <p:notesMasterId r:id="rId5"/>
  </p:notesMasterIdLst>
  <p:sldIdLst>
    <p:sldId id="256" r:id="rId6"/>
    <p:sldId id="257" r:id="rId7"/>
    <p:sldId id="258" r:id="rId8"/>
    <p:sldId id="259" r:id="rId9"/>
    <p:sldId id="260" r:id="rId10"/>
    <p:sldId id="261" r:id="rId11"/>
  </p:sldIdLst>
  <p:sldSz cy="5143500" cx="9144000"/>
  <p:notesSz cx="6858000" cy="9144000"/>
  <p:defaultTextStyle>
    <a:defPPr lvl="0" marR="0" rtl="0" algn="l">
      <a:lnSpc>
        <a:spcPct val="100000"/>
      </a:lnSpc>
      <a:spcBef>
        <a:spcPts val="0"/>
      </a:spcBef>
      <a:spcAft>
        <a:spcPts val="0"/>
      </a:spcAft>
    </a:defPPr>
    <a:lvl1pPr lvl="0"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1pPr>
    <a:lvl2pPr lvl="1"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2pPr>
    <a:lvl3pPr lvl="2"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3pPr>
    <a:lvl4pPr lvl="3"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4pPr>
    <a:lvl5pPr lvl="4"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5pPr>
    <a:lvl6pPr lvl="5"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6pPr>
    <a:lvl7pPr lvl="6"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7pPr>
    <a:lvl8pPr lvl="7"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8pPr>
    <a:lvl9pPr lvl="8"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9pPr>
  </p:defaultTextStyle>
  <p:extLst>
    <p:ext uri="{EFAFB233-063F-42B5-8137-9DF3F51BA10A}">
      <p15:sldGuideLst>
        <p15:guide id="1" orient="horz" pos="1620">
          <p15:clr>
            <a:srgbClr val="747775"/>
          </p15:clr>
        </p15:guide>
        <p15:guide id="2" pos="2880">
          <p15:clr>
            <a:srgbClr val="747775"/>
          </p15:clr>
        </p15:guide>
      </p15:sldGuideLst>
    </p:ext>
  </p:extLst>
</p:presentation>
</file>

<file path=ppt/presProps.xml><?xml version="1.0" encoding="utf-8"?>
<p:presentationPr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file>

<file path=ppt/viewProps.xml><?xml version="1.0" encoding="utf-8"?>
<p:viewPr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Comments="0">
  <p:slideViewPr>
    <p:cSldViewPr snapToGrid="0">
      <p:cViewPr varScale="1">
        <p:scale>
          <a:sx n="100" d="100"/>
          <a:sy n="100" d="100"/>
        </p:scale>
        <p:origin x="0" y="0"/>
      </p:cViewPr>
      <p:guideLst>
        <p:guide pos="1620" orient="horz"/>
        <p:guide pos="2880"/>
      </p:guideLst>
    </p:cSldViewPr>
  </p:slideViewPr>
</p:viewPr>
</file>

<file path=ppt/_rels/presentation.xml.rels><?xml version="1.0" encoding="UTF-8" standalone="yes"?><Relationships xmlns="http://schemas.openxmlformats.org/package/2006/relationships"><Relationship Id="rId1" Type="http://schemas.openxmlformats.org/officeDocument/2006/relationships/theme" Target="theme/theme2.xml"/><Relationship Id="rId2" Type="http://schemas.openxmlformats.org/officeDocument/2006/relationships/viewProps" Target="viewProps.xml"/><Relationship Id="rId3" Type="http://schemas.openxmlformats.org/officeDocument/2006/relationships/presProps" Target="presProps.xml"/><Relationship Id="rId4" Type="http://schemas.openxmlformats.org/officeDocument/2006/relationships/slideMaster" Target="slideMasters/slideMaster1.xml"/><Relationship Id="rId11" Type="http://schemas.openxmlformats.org/officeDocument/2006/relationships/slide" Target="slides/slide6.xml"/><Relationship Id="rId10" Type="http://schemas.openxmlformats.org/officeDocument/2006/relationships/slide" Target="slides/slide5.xml"/><Relationship Id="rId9" Type="http://schemas.openxmlformats.org/officeDocument/2006/relationships/slide" Target="slides/slide4.xml"/><Relationship Id="rId5" Type="http://schemas.openxmlformats.org/officeDocument/2006/relationships/notesMaster" Target="notesMasters/notesMaster1.xml"/><Relationship Id="rId6" Type="http://schemas.openxmlformats.org/officeDocument/2006/relationships/slide" Target="slides/slide1.xml"/><Relationship Id="rId7" Type="http://schemas.openxmlformats.org/officeDocument/2006/relationships/slide" Target="slides/slide2.xml"/><Relationship Id="rId8" Type="http://schemas.openxmlformats.org/officeDocument/2006/relationships/slide" Target="slides/slide3.xml"/></Relationships>
</file>

<file path=ppt/notesMasters/_rels/notesMaster1.xml.rels><?xml version="1.0" encoding="UTF-8" standalone="yes"?><Relationships xmlns="http://schemas.openxmlformats.org/package/2006/relationships"><Relationship Id="rId1" Type="http://schemas.openxmlformats.org/officeDocument/2006/relationships/theme" Target="../theme/theme1.xml"/></Relationships>
</file>

<file path=ppt/notesMasters/notesMaster1.xml><?xml version="1.0" encoding="utf-8"?>
<p:notesMaster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2" name="Shape 2"/>
        <p:cNvGrpSpPr/>
        <p:nvPr/>
      </p:nvGrpSpPr>
      <p:grpSpPr>
        <a:xfrm>
          <a:off x="0" y="0"/>
          <a:ext cx="0" cy="0"/>
          <a:chOff x="0" y="0"/>
          <a:chExt cx="0" cy="0"/>
        </a:xfrm>
      </p:grpSpPr>
      <p:sp>
        <p:nvSpPr>
          <p:cNvPr id="3" name="Google Shape;3;n"/>
          <p:cNvSpPr/>
          <p:nvPr>
            <p:ph idx="2" type="sldImg"/>
          </p:nvPr>
        </p:nvSpPr>
        <p:spPr>
          <a:xfrm>
            <a:off x="381300" y="685800"/>
            <a:ext cx="6096075" cy="3429000"/>
          </a:xfrm>
          <a:custGeom>
            <a:rect b="b" l="l" r="r" t="t"/>
            <a:pathLst>
              <a:path extrusionOk="0" h="120000" w="120000">
                <a:moveTo>
                  <a:pt x="0" y="0"/>
                </a:moveTo>
                <a:lnTo>
                  <a:pt x="120000" y="0"/>
                </a:lnTo>
                <a:lnTo>
                  <a:pt x="120000" y="120000"/>
                </a:lnTo>
                <a:lnTo>
                  <a:pt x="0" y="120000"/>
                </a:lnTo>
                <a:close/>
              </a:path>
            </a:pathLst>
          </a:custGeom>
          <a:noFill/>
          <a:ln cap="flat" cmpd="sng" w="9525">
            <a:solidFill>
              <a:srgbClr val="000000"/>
            </a:solidFill>
            <a:prstDash val="solid"/>
            <a:round/>
            <a:headEnd len="sm" w="sm" type="none"/>
            <a:tailEnd len="sm" w="sm" type="none"/>
          </a:ln>
        </p:spPr>
      </p:sp>
      <p:sp>
        <p:nvSpPr>
          <p:cNvPr id="4" name="Google Shape;4;n"/>
          <p:cNvSpPr txBox="1"/>
          <p:nvPr>
            <p:ph idx="1" type="body"/>
          </p:nvPr>
        </p:nvSpPr>
        <p:spPr>
          <a:xfrm>
            <a:off x="685800" y="4343400"/>
            <a:ext cx="5486400" cy="4114800"/>
          </a:xfrm>
          <a:prstGeom prst="rect">
            <a:avLst/>
          </a:prstGeom>
          <a:noFill/>
          <a:ln>
            <a:noFill/>
          </a:ln>
        </p:spPr>
        <p:txBody>
          <a:bodyPr anchorCtr="0" anchor="t" bIns="91425" lIns="91425" spcFirstLastPara="1" rIns="91425" wrap="square" tIns="91425">
            <a:noAutofit/>
          </a:bodyPr>
          <a:lstStyle>
            <a:lvl1pPr indent="-298450" lvl="0" marL="457200">
              <a:spcBef>
                <a:spcPts val="0"/>
              </a:spcBef>
              <a:spcAft>
                <a:spcPts val="0"/>
              </a:spcAft>
              <a:buSzPts val="1100"/>
              <a:buChar char="●"/>
              <a:defRPr sz="1100"/>
            </a:lvl1pPr>
            <a:lvl2pPr indent="-298450" lvl="1" marL="914400">
              <a:spcBef>
                <a:spcPts val="0"/>
              </a:spcBef>
              <a:spcAft>
                <a:spcPts val="0"/>
              </a:spcAft>
              <a:buSzPts val="1100"/>
              <a:buChar char="○"/>
              <a:defRPr sz="1100"/>
            </a:lvl2pPr>
            <a:lvl3pPr indent="-298450" lvl="2" marL="1371600">
              <a:spcBef>
                <a:spcPts val="0"/>
              </a:spcBef>
              <a:spcAft>
                <a:spcPts val="0"/>
              </a:spcAft>
              <a:buSzPts val="1100"/>
              <a:buChar char="■"/>
              <a:defRPr sz="1100"/>
            </a:lvl3pPr>
            <a:lvl4pPr indent="-298450" lvl="3" marL="1828800">
              <a:spcBef>
                <a:spcPts val="0"/>
              </a:spcBef>
              <a:spcAft>
                <a:spcPts val="0"/>
              </a:spcAft>
              <a:buSzPts val="1100"/>
              <a:buChar char="●"/>
              <a:defRPr sz="1100"/>
            </a:lvl4pPr>
            <a:lvl5pPr indent="-298450" lvl="4" marL="2286000">
              <a:spcBef>
                <a:spcPts val="0"/>
              </a:spcBef>
              <a:spcAft>
                <a:spcPts val="0"/>
              </a:spcAft>
              <a:buSzPts val="1100"/>
              <a:buChar char="○"/>
              <a:defRPr sz="1100"/>
            </a:lvl5pPr>
            <a:lvl6pPr indent="-298450" lvl="5" marL="2743200">
              <a:spcBef>
                <a:spcPts val="0"/>
              </a:spcBef>
              <a:spcAft>
                <a:spcPts val="0"/>
              </a:spcAft>
              <a:buSzPts val="1100"/>
              <a:buChar char="■"/>
              <a:defRPr sz="1100"/>
            </a:lvl6pPr>
            <a:lvl7pPr indent="-298450" lvl="6" marL="3200400">
              <a:spcBef>
                <a:spcPts val="0"/>
              </a:spcBef>
              <a:spcAft>
                <a:spcPts val="0"/>
              </a:spcAft>
              <a:buSzPts val="1100"/>
              <a:buChar char="●"/>
              <a:defRPr sz="1100"/>
            </a:lvl7pPr>
            <a:lvl8pPr indent="-298450" lvl="7" marL="3657600">
              <a:spcBef>
                <a:spcPts val="0"/>
              </a:spcBef>
              <a:spcAft>
                <a:spcPts val="0"/>
              </a:spcAft>
              <a:buSzPts val="1100"/>
              <a:buChar char="○"/>
              <a:defRPr sz="1100"/>
            </a:lvl8pPr>
            <a:lvl9pPr indent="-298450" lvl="8" marL="4114800">
              <a:spcBef>
                <a:spcPts val="0"/>
              </a:spcBef>
              <a:spcAft>
                <a:spcPts val="0"/>
              </a:spcAft>
              <a:buSzPts val="1100"/>
              <a:buChar char="■"/>
              <a:defRPr sz="1100"/>
            </a:lvl9pPr>
          </a:lstStyle>
          <a:p/>
        </p:txBody>
      </p:sp>
    </p:spTree>
  </p:cSld>
  <p:clrMap accent1="accent1" accent2="accent2" accent3="accent3" accent4="accent4" accent5="accent5" accent6="accent6" bg1="lt1" bg2="dk2" tx1="dk1" tx2="lt2" folHlink="folHlink" hlink="hlink"/>
  <p:notesStyle>
    <a:defPPr lvl="0" marR="0" rtl="0" algn="l">
      <a:lnSpc>
        <a:spcPct val="100000"/>
      </a:lnSpc>
      <a:spcBef>
        <a:spcPts val="0"/>
      </a:spcBef>
      <a:spcAft>
        <a:spcPts val="0"/>
      </a:spcAft>
    </a:defPPr>
    <a:lvl1pPr lvl="0"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1pPr>
    <a:lvl2pPr lvl="1"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2pPr>
    <a:lvl3pPr lvl="2"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3pPr>
    <a:lvl4pPr lvl="3"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4pPr>
    <a:lvl5pPr lvl="4"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5pPr>
    <a:lvl6pPr lvl="5"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6pPr>
    <a:lvl7pPr lvl="6"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7pPr>
    <a:lvl8pPr lvl="7"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8pPr>
    <a:lvl9pPr lvl="8"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9pPr>
  </p:notesStyle>
</p:notesMaster>
</file>

<file path=ppt/notesSlides/_rels/notesSlide1.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2.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3.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4.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5.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6.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notesSlide1.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50" name="Shape 50"/>
        <p:cNvGrpSpPr/>
        <p:nvPr/>
      </p:nvGrpSpPr>
      <p:grpSpPr>
        <a:xfrm>
          <a:off x="0" y="0"/>
          <a:ext cx="0" cy="0"/>
          <a:chOff x="0" y="0"/>
          <a:chExt cx="0" cy="0"/>
        </a:xfrm>
      </p:grpSpPr>
      <p:sp>
        <p:nvSpPr>
          <p:cNvPr id="51" name="Google Shape;51;p:notes"/>
          <p:cNvSpPr/>
          <p:nvPr>
            <p:ph idx="2" type="sldImg"/>
          </p:nvPr>
        </p:nvSpPr>
        <p:spPr>
          <a:xfrm>
            <a:off x="381300" y="685800"/>
            <a:ext cx="6096075" cy="3429000"/>
          </a:xfrm>
          <a:custGeom>
            <a:rect b="b" l="l" r="r" t="t"/>
            <a:pathLst>
              <a:path extrusionOk="0" h="120000" w="120000">
                <a:moveTo>
                  <a:pt x="0" y="0"/>
                </a:moveTo>
                <a:lnTo>
                  <a:pt x="120000" y="0"/>
                </a:lnTo>
                <a:lnTo>
                  <a:pt x="120000" y="120000"/>
                </a:lnTo>
                <a:lnTo>
                  <a:pt x="0" y="120000"/>
                </a:lnTo>
                <a:close/>
              </a:path>
            </a:pathLst>
          </a:custGeom>
        </p:spPr>
      </p:sp>
      <p:sp>
        <p:nvSpPr>
          <p:cNvPr id="52" name="Google Shape;52;p: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lnSpc>
                <a:spcPct val="115000"/>
              </a:lnSpc>
              <a:spcBef>
                <a:spcPts val="1200"/>
              </a:spcBef>
              <a:spcAft>
                <a:spcPts val="0"/>
              </a:spcAft>
              <a:buClr>
                <a:schemeClr val="dk1"/>
              </a:buClr>
              <a:buSzPts val="1100"/>
              <a:buFont typeface="Arial"/>
              <a:buNone/>
            </a:pPr>
            <a:r>
              <a:rPr lang="en">
                <a:solidFill>
                  <a:schemeClr val="dk1"/>
                </a:solidFill>
              </a:rPr>
              <a:t>Today I’ll be presenting my project on applying machine learning models to forecast oil returns using macroeconomic variables.</a:t>
            </a:r>
            <a:endParaRPr>
              <a:solidFill>
                <a:schemeClr val="dk1"/>
              </a:solidFill>
            </a:endParaRPr>
          </a:p>
          <a:p>
            <a:pPr indent="0" lvl="0" marL="0" rtl="0" algn="l">
              <a:lnSpc>
                <a:spcPct val="115000"/>
              </a:lnSpc>
              <a:spcBef>
                <a:spcPts val="1200"/>
              </a:spcBef>
              <a:spcAft>
                <a:spcPts val="0"/>
              </a:spcAft>
              <a:buClr>
                <a:schemeClr val="dk1"/>
              </a:buClr>
              <a:buSzPts val="1100"/>
              <a:buFont typeface="Arial"/>
              <a:buNone/>
            </a:pPr>
            <a:r>
              <a:rPr lang="en">
                <a:solidFill>
                  <a:schemeClr val="dk1"/>
                </a:solidFill>
              </a:rPr>
              <a:t>I compare four different modeling approaches:</a:t>
            </a:r>
            <a:br>
              <a:rPr lang="en">
                <a:solidFill>
                  <a:schemeClr val="dk1"/>
                </a:solidFill>
              </a:rPr>
            </a:br>
            <a:r>
              <a:rPr lang="en">
                <a:solidFill>
                  <a:schemeClr val="dk1"/>
                </a:solidFill>
              </a:rPr>
              <a:t> a linear benchmark with Elastic Net,</a:t>
            </a:r>
            <a:br>
              <a:rPr lang="en">
                <a:solidFill>
                  <a:schemeClr val="dk1"/>
                </a:solidFill>
              </a:rPr>
            </a:br>
            <a:r>
              <a:rPr lang="en">
                <a:solidFill>
                  <a:schemeClr val="dk1"/>
                </a:solidFill>
              </a:rPr>
              <a:t> a multivariate econometric model using VAR,</a:t>
            </a:r>
            <a:br>
              <a:rPr lang="en">
                <a:solidFill>
                  <a:schemeClr val="dk1"/>
                </a:solidFill>
              </a:rPr>
            </a:br>
            <a:r>
              <a:rPr lang="en">
                <a:solidFill>
                  <a:schemeClr val="dk1"/>
                </a:solidFill>
              </a:rPr>
              <a:t> a nonlinear tree-based model with XGBoost,</a:t>
            </a:r>
            <a:br>
              <a:rPr lang="en">
                <a:solidFill>
                  <a:schemeClr val="dk1"/>
                </a:solidFill>
              </a:rPr>
            </a:br>
            <a:r>
              <a:rPr lang="en">
                <a:solidFill>
                  <a:schemeClr val="dk1"/>
                </a:solidFill>
              </a:rPr>
              <a:t> and a deep sequence model using LSTM.</a:t>
            </a:r>
            <a:endParaRPr>
              <a:solidFill>
                <a:schemeClr val="dk1"/>
              </a:solidFill>
            </a:endParaRPr>
          </a:p>
          <a:p>
            <a:pPr indent="0" lvl="0" marL="0" rtl="0" algn="l">
              <a:lnSpc>
                <a:spcPct val="115000"/>
              </a:lnSpc>
              <a:spcBef>
                <a:spcPts val="1200"/>
              </a:spcBef>
              <a:spcAft>
                <a:spcPts val="0"/>
              </a:spcAft>
              <a:buClr>
                <a:schemeClr val="dk1"/>
              </a:buClr>
              <a:buSzPts val="1100"/>
              <a:buFont typeface="Arial"/>
              <a:buNone/>
            </a:pPr>
            <a:r>
              <a:rPr lang="en">
                <a:solidFill>
                  <a:schemeClr val="dk1"/>
                </a:solidFill>
              </a:rPr>
              <a:t>Before getting into the models, one important modeling decision is the target variable.</a:t>
            </a:r>
            <a:endParaRPr>
              <a:solidFill>
                <a:schemeClr val="dk1"/>
              </a:solidFill>
            </a:endParaRPr>
          </a:p>
          <a:p>
            <a:pPr indent="0" lvl="0" marL="0" rtl="0" algn="l">
              <a:lnSpc>
                <a:spcPct val="115000"/>
              </a:lnSpc>
              <a:spcBef>
                <a:spcPts val="1200"/>
              </a:spcBef>
              <a:spcAft>
                <a:spcPts val="0"/>
              </a:spcAft>
              <a:buClr>
                <a:schemeClr val="dk1"/>
              </a:buClr>
              <a:buSzPts val="1100"/>
              <a:buFont typeface="Arial"/>
              <a:buNone/>
            </a:pPr>
            <a:r>
              <a:rPr lang="en">
                <a:solidFill>
                  <a:schemeClr val="dk1"/>
                </a:solidFill>
              </a:rPr>
              <a:t>Instead of forecasting oil prices directly, I forecast </a:t>
            </a:r>
            <a:r>
              <a:rPr b="1" lang="en">
                <a:solidFill>
                  <a:schemeClr val="dk1"/>
                </a:solidFill>
              </a:rPr>
              <a:t>log returns</a:t>
            </a:r>
            <a:r>
              <a:rPr lang="en">
                <a:solidFill>
                  <a:schemeClr val="dk1"/>
                </a:solidFill>
              </a:rPr>
              <a:t>.</a:t>
            </a:r>
            <a:endParaRPr>
              <a:solidFill>
                <a:schemeClr val="dk1"/>
              </a:solidFill>
            </a:endParaRPr>
          </a:p>
          <a:p>
            <a:pPr indent="0" lvl="0" marL="0" rtl="0" algn="l">
              <a:lnSpc>
                <a:spcPct val="115000"/>
              </a:lnSpc>
              <a:spcBef>
                <a:spcPts val="1200"/>
              </a:spcBef>
              <a:spcAft>
                <a:spcPts val="0"/>
              </a:spcAft>
              <a:buClr>
                <a:schemeClr val="dk1"/>
              </a:buClr>
              <a:buSzPts val="1100"/>
              <a:buFont typeface="Arial"/>
              <a:buNone/>
            </a:pPr>
            <a:r>
              <a:rPr lang="en">
                <a:solidFill>
                  <a:schemeClr val="dk1"/>
                </a:solidFill>
              </a:rPr>
              <a:t>We could have modeled price levels, and in fact that often produces higher R² mechanically because prices are highly persistent. But doing so would violate key econometric assumptions.</a:t>
            </a:r>
            <a:endParaRPr>
              <a:solidFill>
                <a:schemeClr val="dk1"/>
              </a:solidFill>
            </a:endParaRPr>
          </a:p>
          <a:p>
            <a:pPr indent="0" lvl="0" marL="0" rtl="0" algn="l">
              <a:lnSpc>
                <a:spcPct val="115000"/>
              </a:lnSpc>
              <a:spcBef>
                <a:spcPts val="1200"/>
              </a:spcBef>
              <a:spcAft>
                <a:spcPts val="0"/>
              </a:spcAft>
              <a:buClr>
                <a:schemeClr val="dk1"/>
              </a:buClr>
              <a:buSzPts val="1100"/>
              <a:buFont typeface="Arial"/>
              <a:buNone/>
            </a:pPr>
            <a:r>
              <a:rPr lang="en">
                <a:solidFill>
                  <a:schemeClr val="dk1"/>
                </a:solidFill>
              </a:rPr>
              <a:t>Oil prices are non-stationary and behave close to a unit root process. Modeling levels in that setting can produce spurious regression results and misleading inference.</a:t>
            </a:r>
            <a:endParaRPr>
              <a:solidFill>
                <a:schemeClr val="dk1"/>
              </a:solidFill>
            </a:endParaRPr>
          </a:p>
          <a:p>
            <a:pPr indent="0" lvl="0" marL="0" rtl="0" algn="l">
              <a:lnSpc>
                <a:spcPct val="115000"/>
              </a:lnSpc>
              <a:spcBef>
                <a:spcPts val="1200"/>
              </a:spcBef>
              <a:spcAft>
                <a:spcPts val="0"/>
              </a:spcAft>
              <a:buClr>
                <a:schemeClr val="dk1"/>
              </a:buClr>
              <a:buSzPts val="1100"/>
              <a:buFont typeface="Arial"/>
              <a:buNone/>
            </a:pPr>
            <a:r>
              <a:rPr lang="en">
                <a:solidFill>
                  <a:schemeClr val="dk1"/>
                </a:solidFill>
              </a:rPr>
              <a:t>Log returns, on the other hand, are approximately stationary. They allow us to:</a:t>
            </a:r>
            <a:endParaRPr>
              <a:solidFill>
                <a:schemeClr val="dk1"/>
              </a:solidFill>
            </a:endParaRPr>
          </a:p>
          <a:p>
            <a:pPr indent="-298450" lvl="0" marL="457200" rtl="0" algn="l">
              <a:lnSpc>
                <a:spcPct val="115000"/>
              </a:lnSpc>
              <a:spcBef>
                <a:spcPts val="1200"/>
              </a:spcBef>
              <a:spcAft>
                <a:spcPts val="0"/>
              </a:spcAft>
              <a:buClr>
                <a:schemeClr val="dk1"/>
              </a:buClr>
              <a:buSzPts val="1100"/>
              <a:buChar char="●"/>
            </a:pPr>
            <a:r>
              <a:rPr lang="en">
                <a:solidFill>
                  <a:schemeClr val="dk1"/>
                </a:solidFill>
              </a:rPr>
              <a:t>Maintain consistent statistical assumptions</a:t>
            </a:r>
            <a:br>
              <a:rPr lang="en">
                <a:solidFill>
                  <a:schemeClr val="dk1"/>
                </a:solidFill>
              </a:rPr>
            </a:br>
            <a:endParaRPr>
              <a:solidFill>
                <a:schemeClr val="dk1"/>
              </a:solidFill>
            </a:endParaRPr>
          </a:p>
          <a:p>
            <a:pPr indent="-298450" lvl="0" marL="457200" rtl="0" algn="l">
              <a:lnSpc>
                <a:spcPct val="115000"/>
              </a:lnSpc>
              <a:spcBef>
                <a:spcPts val="0"/>
              </a:spcBef>
              <a:spcAft>
                <a:spcPts val="0"/>
              </a:spcAft>
              <a:buClr>
                <a:schemeClr val="dk1"/>
              </a:buClr>
              <a:buSzPts val="1100"/>
              <a:buChar char="●"/>
            </a:pPr>
            <a:r>
              <a:rPr lang="en">
                <a:solidFill>
                  <a:schemeClr val="dk1"/>
                </a:solidFill>
              </a:rPr>
              <a:t>Interpret coefficients in percentage terms</a:t>
            </a:r>
            <a:br>
              <a:rPr lang="en">
                <a:solidFill>
                  <a:schemeClr val="dk1"/>
                </a:solidFill>
              </a:rPr>
            </a:br>
            <a:endParaRPr>
              <a:solidFill>
                <a:schemeClr val="dk1"/>
              </a:solidFill>
            </a:endParaRPr>
          </a:p>
          <a:p>
            <a:pPr indent="-298450" lvl="0" marL="457200" rtl="0" algn="l">
              <a:lnSpc>
                <a:spcPct val="115000"/>
              </a:lnSpc>
              <a:spcBef>
                <a:spcPts val="0"/>
              </a:spcBef>
              <a:spcAft>
                <a:spcPts val="0"/>
              </a:spcAft>
              <a:buClr>
                <a:schemeClr val="dk1"/>
              </a:buClr>
              <a:buSzPts val="1100"/>
              <a:buChar char="●"/>
            </a:pPr>
            <a:r>
              <a:rPr lang="en">
                <a:solidFill>
                  <a:schemeClr val="dk1"/>
                </a:solidFill>
              </a:rPr>
              <a:t>Evaluate true predictive power rather than persistence</a:t>
            </a:r>
            <a:br>
              <a:rPr lang="en">
                <a:solidFill>
                  <a:schemeClr val="dk1"/>
                </a:solidFill>
              </a:rPr>
            </a:br>
            <a:endParaRPr>
              <a:solidFill>
                <a:schemeClr val="dk1"/>
              </a:solidFill>
            </a:endParaRPr>
          </a:p>
          <a:p>
            <a:pPr indent="0" lvl="0" marL="0" rtl="0" algn="l">
              <a:lnSpc>
                <a:spcPct val="115000"/>
              </a:lnSpc>
              <a:spcBef>
                <a:spcPts val="1200"/>
              </a:spcBef>
              <a:spcAft>
                <a:spcPts val="0"/>
              </a:spcAft>
              <a:buClr>
                <a:schemeClr val="dk1"/>
              </a:buClr>
              <a:buSzPts val="1100"/>
              <a:buFont typeface="Arial"/>
              <a:buNone/>
            </a:pPr>
            <a:r>
              <a:rPr lang="en">
                <a:solidFill>
                  <a:schemeClr val="dk1"/>
                </a:solidFill>
              </a:rPr>
              <a:t>So throughout this presentation, the focus is on forecasting returns - which is the more economically meaningful and statistically sound framework.</a:t>
            </a:r>
            <a:endParaRPr>
              <a:solidFill>
                <a:schemeClr val="dk1"/>
              </a:solidFill>
            </a:endParaRPr>
          </a:p>
          <a:p>
            <a:pPr indent="0" lvl="0" marL="0" rtl="0" algn="l">
              <a:spcBef>
                <a:spcPts val="1200"/>
              </a:spcBef>
              <a:spcAft>
                <a:spcPts val="0"/>
              </a:spcAft>
              <a:buNone/>
            </a:pPr>
            <a:r>
              <a:t/>
            </a:r>
            <a:endParaRPr/>
          </a:p>
        </p:txBody>
      </p:sp>
    </p:spTree>
  </p:cSld>
  <p:clrMapOvr>
    <a:masterClrMapping/>
  </p:clrMapOvr>
</p:notes>
</file>

<file path=ppt/notesSlides/notesSlide2.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57" name="Shape 57"/>
        <p:cNvGrpSpPr/>
        <p:nvPr/>
      </p:nvGrpSpPr>
      <p:grpSpPr>
        <a:xfrm>
          <a:off x="0" y="0"/>
          <a:ext cx="0" cy="0"/>
          <a:chOff x="0" y="0"/>
          <a:chExt cx="0" cy="0"/>
        </a:xfrm>
      </p:grpSpPr>
      <p:sp>
        <p:nvSpPr>
          <p:cNvPr id="58" name="Google Shape;58;g3cad082f448_0_3:notes"/>
          <p:cNvSpPr/>
          <p:nvPr>
            <p:ph idx="2" type="sldImg"/>
          </p:nvPr>
        </p:nvSpPr>
        <p:spPr>
          <a:xfrm>
            <a:off x="381300" y="685800"/>
            <a:ext cx="6096000" cy="3429000"/>
          </a:xfrm>
          <a:custGeom>
            <a:rect b="b" l="l" r="r" t="t"/>
            <a:pathLst>
              <a:path extrusionOk="0" h="120000" w="120000">
                <a:moveTo>
                  <a:pt x="0" y="0"/>
                </a:moveTo>
                <a:lnTo>
                  <a:pt x="120000" y="0"/>
                </a:lnTo>
                <a:lnTo>
                  <a:pt x="120000" y="120000"/>
                </a:lnTo>
                <a:lnTo>
                  <a:pt x="0" y="120000"/>
                </a:lnTo>
                <a:close/>
              </a:path>
            </a:pathLst>
          </a:custGeom>
        </p:spPr>
      </p:sp>
      <p:sp>
        <p:nvSpPr>
          <p:cNvPr id="59" name="Google Shape;59;g3cad082f448_0_3: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lnSpc>
                <a:spcPct val="115000"/>
              </a:lnSpc>
              <a:spcBef>
                <a:spcPts val="1200"/>
              </a:spcBef>
              <a:spcAft>
                <a:spcPts val="0"/>
              </a:spcAft>
              <a:buClr>
                <a:schemeClr val="dk1"/>
              </a:buClr>
              <a:buSzPts val="1100"/>
              <a:buFont typeface="Arial"/>
              <a:buNone/>
            </a:pPr>
            <a:r>
              <a:rPr lang="en">
                <a:solidFill>
                  <a:schemeClr val="dk1"/>
                </a:solidFill>
              </a:rPr>
              <a:t>Elastic Net is my starting point - it’s the clean, disciplined linear benchmark.</a:t>
            </a:r>
            <a:endParaRPr>
              <a:solidFill>
                <a:schemeClr val="dk1"/>
              </a:solidFill>
            </a:endParaRPr>
          </a:p>
          <a:p>
            <a:pPr indent="0" lvl="0" marL="0" rtl="0" algn="l">
              <a:lnSpc>
                <a:spcPct val="115000"/>
              </a:lnSpc>
              <a:spcBef>
                <a:spcPts val="1200"/>
              </a:spcBef>
              <a:spcAft>
                <a:spcPts val="0"/>
              </a:spcAft>
              <a:buClr>
                <a:schemeClr val="dk1"/>
              </a:buClr>
              <a:buSzPts val="1100"/>
              <a:buFont typeface="Arial"/>
              <a:buNone/>
            </a:pPr>
            <a:r>
              <a:rPr lang="en">
                <a:solidFill>
                  <a:schemeClr val="dk1"/>
                </a:solidFill>
              </a:rPr>
              <a:t>At its core, it’s just linear regression with regularization. Because we’re working with over 900 lagged macro features, many of which are highly correlated, regularization isn’t optional - it’s necessary. Elastic Net balances L1 and L2 penalties so it can shrink unstable predictors while still handling correlated groups of variables in a stable way.</a:t>
            </a:r>
            <a:endParaRPr>
              <a:solidFill>
                <a:schemeClr val="dk1"/>
              </a:solidFill>
            </a:endParaRPr>
          </a:p>
          <a:p>
            <a:pPr indent="0" lvl="0" marL="0" rtl="0" algn="l">
              <a:lnSpc>
                <a:spcPct val="115000"/>
              </a:lnSpc>
              <a:spcBef>
                <a:spcPts val="1200"/>
              </a:spcBef>
              <a:spcAft>
                <a:spcPts val="0"/>
              </a:spcAft>
              <a:buClr>
                <a:schemeClr val="dk1"/>
              </a:buClr>
              <a:buSzPts val="1100"/>
              <a:buFont typeface="Arial"/>
              <a:buNone/>
            </a:pPr>
            <a:r>
              <a:rPr lang="en">
                <a:solidFill>
                  <a:schemeClr val="dk1"/>
                </a:solidFill>
              </a:rPr>
              <a:t>Now the key question: does macro data actually help forecast short-term oil returns?</a:t>
            </a:r>
            <a:endParaRPr>
              <a:solidFill>
                <a:schemeClr val="dk1"/>
              </a:solidFill>
            </a:endParaRPr>
          </a:p>
          <a:p>
            <a:pPr indent="0" lvl="0" marL="0" rtl="0" algn="l">
              <a:lnSpc>
                <a:spcPct val="115000"/>
              </a:lnSpc>
              <a:spcBef>
                <a:spcPts val="1200"/>
              </a:spcBef>
              <a:spcAft>
                <a:spcPts val="0"/>
              </a:spcAft>
              <a:buClr>
                <a:schemeClr val="dk1"/>
              </a:buClr>
              <a:buSzPts val="1100"/>
              <a:buFont typeface="Arial"/>
              <a:buNone/>
            </a:pPr>
            <a:r>
              <a:rPr lang="en">
                <a:solidFill>
                  <a:schemeClr val="dk1"/>
                </a:solidFill>
              </a:rPr>
              <a:t>Here are the results:</a:t>
            </a:r>
            <a:endParaRPr>
              <a:solidFill>
                <a:schemeClr val="dk1"/>
              </a:solidFill>
            </a:endParaRPr>
          </a:p>
          <a:p>
            <a:pPr indent="0" lvl="0" marL="0" rtl="0" algn="l">
              <a:lnSpc>
                <a:spcPct val="115000"/>
              </a:lnSpc>
              <a:spcBef>
                <a:spcPts val="1200"/>
              </a:spcBef>
              <a:spcAft>
                <a:spcPts val="0"/>
              </a:spcAft>
              <a:buClr>
                <a:schemeClr val="dk1"/>
              </a:buClr>
              <a:buSzPts val="1100"/>
              <a:buFont typeface="Arial"/>
              <a:buNone/>
            </a:pPr>
            <a:r>
              <a:rPr lang="en">
                <a:solidFill>
                  <a:schemeClr val="dk1"/>
                </a:solidFill>
              </a:rPr>
              <a:t>For the </a:t>
            </a:r>
            <a:r>
              <a:rPr b="1" lang="en">
                <a:solidFill>
                  <a:schemeClr val="dk1"/>
                </a:solidFill>
              </a:rPr>
              <a:t>1-day horizon</a:t>
            </a:r>
            <a:r>
              <a:rPr lang="en">
                <a:solidFill>
                  <a:schemeClr val="dk1"/>
                </a:solidFill>
              </a:rPr>
              <a:t>, performance is basically flat.</a:t>
            </a:r>
            <a:br>
              <a:rPr lang="en">
                <a:solidFill>
                  <a:schemeClr val="dk1"/>
                </a:solidFill>
              </a:rPr>
            </a:br>
            <a:r>
              <a:rPr lang="en">
                <a:solidFill>
                  <a:schemeClr val="dk1"/>
                </a:solidFill>
              </a:rPr>
              <a:t> RMSE is around </a:t>
            </a:r>
            <a:r>
              <a:rPr b="1" lang="en">
                <a:solidFill>
                  <a:schemeClr val="dk1"/>
                </a:solidFill>
              </a:rPr>
              <a:t>0.02</a:t>
            </a:r>
            <a:r>
              <a:rPr lang="en">
                <a:solidFill>
                  <a:schemeClr val="dk1"/>
                </a:solidFill>
              </a:rPr>
              <a:t>, R² is essentially </a:t>
            </a:r>
            <a:r>
              <a:rPr b="1" lang="en">
                <a:solidFill>
                  <a:schemeClr val="dk1"/>
                </a:solidFill>
              </a:rPr>
              <a:t>zero</a:t>
            </a:r>
            <a:r>
              <a:rPr lang="en">
                <a:solidFill>
                  <a:schemeClr val="dk1"/>
                </a:solidFill>
              </a:rPr>
              <a:t>, and directional accuracy is just slightly above 50% - barely better than a coin flip.</a:t>
            </a:r>
            <a:endParaRPr>
              <a:solidFill>
                <a:schemeClr val="dk1"/>
              </a:solidFill>
            </a:endParaRPr>
          </a:p>
          <a:p>
            <a:pPr indent="0" lvl="0" marL="0" rtl="0" algn="l">
              <a:lnSpc>
                <a:spcPct val="115000"/>
              </a:lnSpc>
              <a:spcBef>
                <a:spcPts val="1200"/>
              </a:spcBef>
              <a:spcAft>
                <a:spcPts val="0"/>
              </a:spcAft>
              <a:buClr>
                <a:schemeClr val="dk1"/>
              </a:buClr>
              <a:buSzPts val="1100"/>
              <a:buFont typeface="Arial"/>
              <a:buNone/>
            </a:pPr>
            <a:r>
              <a:rPr lang="en">
                <a:solidFill>
                  <a:schemeClr val="dk1"/>
                </a:solidFill>
              </a:rPr>
              <a:t>At </a:t>
            </a:r>
            <a:r>
              <a:rPr b="1" lang="en">
                <a:solidFill>
                  <a:schemeClr val="dk1"/>
                </a:solidFill>
              </a:rPr>
              <a:t>5 days</a:t>
            </a:r>
            <a:r>
              <a:rPr lang="en">
                <a:solidFill>
                  <a:schemeClr val="dk1"/>
                </a:solidFill>
              </a:rPr>
              <a:t>, the model doesn’t improve much.</a:t>
            </a:r>
            <a:br>
              <a:rPr lang="en">
                <a:solidFill>
                  <a:schemeClr val="dk1"/>
                </a:solidFill>
              </a:rPr>
            </a:br>
            <a:r>
              <a:rPr lang="en">
                <a:solidFill>
                  <a:schemeClr val="dk1"/>
                </a:solidFill>
              </a:rPr>
              <a:t> Errors increase, and R² remains near zero. Directional accuracy hovers around the high 40s.</a:t>
            </a:r>
            <a:endParaRPr>
              <a:solidFill>
                <a:schemeClr val="dk1"/>
              </a:solidFill>
            </a:endParaRPr>
          </a:p>
          <a:p>
            <a:pPr indent="0" lvl="0" marL="0" rtl="0" algn="l">
              <a:lnSpc>
                <a:spcPct val="115000"/>
              </a:lnSpc>
              <a:spcBef>
                <a:spcPts val="1200"/>
              </a:spcBef>
              <a:spcAft>
                <a:spcPts val="0"/>
              </a:spcAft>
              <a:buClr>
                <a:schemeClr val="dk1"/>
              </a:buClr>
              <a:buSzPts val="1100"/>
              <a:buFont typeface="Arial"/>
              <a:buNone/>
            </a:pPr>
            <a:r>
              <a:rPr lang="en">
                <a:solidFill>
                  <a:schemeClr val="dk1"/>
                </a:solidFill>
              </a:rPr>
              <a:t>At the </a:t>
            </a:r>
            <a:r>
              <a:rPr b="1" lang="en">
                <a:solidFill>
                  <a:schemeClr val="dk1"/>
                </a:solidFill>
              </a:rPr>
              <a:t>20-day horizon</a:t>
            </a:r>
            <a:r>
              <a:rPr lang="en">
                <a:solidFill>
                  <a:schemeClr val="dk1"/>
                </a:solidFill>
              </a:rPr>
              <a:t>, performance actually worsens.</a:t>
            </a:r>
            <a:br>
              <a:rPr lang="en">
                <a:solidFill>
                  <a:schemeClr val="dk1"/>
                </a:solidFill>
              </a:rPr>
            </a:br>
            <a:r>
              <a:rPr lang="en">
                <a:solidFill>
                  <a:schemeClr val="dk1"/>
                </a:solidFill>
              </a:rPr>
              <a:t> R² turns clearly negative, and directional accuracy drops into the low 30s - worse than random.</a:t>
            </a:r>
            <a:endParaRPr>
              <a:solidFill>
                <a:schemeClr val="dk1"/>
              </a:solidFill>
            </a:endParaRPr>
          </a:p>
          <a:p>
            <a:pPr indent="0" lvl="0" marL="0" rtl="0" algn="l">
              <a:lnSpc>
                <a:spcPct val="115000"/>
              </a:lnSpc>
              <a:spcBef>
                <a:spcPts val="1200"/>
              </a:spcBef>
              <a:spcAft>
                <a:spcPts val="0"/>
              </a:spcAft>
              <a:buClr>
                <a:schemeClr val="dk1"/>
              </a:buClr>
              <a:buSzPts val="1100"/>
              <a:buFont typeface="Arial"/>
              <a:buNone/>
            </a:pPr>
            <a:r>
              <a:rPr lang="en">
                <a:solidFill>
                  <a:schemeClr val="dk1"/>
                </a:solidFill>
              </a:rPr>
              <a:t>So what does that tell us?</a:t>
            </a:r>
            <a:endParaRPr>
              <a:solidFill>
                <a:schemeClr val="dk1"/>
              </a:solidFill>
            </a:endParaRPr>
          </a:p>
          <a:p>
            <a:pPr indent="0" lvl="0" marL="0" rtl="0" algn="l">
              <a:lnSpc>
                <a:spcPct val="115000"/>
              </a:lnSpc>
              <a:spcBef>
                <a:spcPts val="1200"/>
              </a:spcBef>
              <a:spcAft>
                <a:spcPts val="0"/>
              </a:spcAft>
              <a:buClr>
                <a:schemeClr val="dk1"/>
              </a:buClr>
              <a:buSzPts val="1100"/>
              <a:buFont typeface="Arial"/>
              <a:buNone/>
            </a:pPr>
            <a:r>
              <a:rPr lang="en">
                <a:solidFill>
                  <a:schemeClr val="dk1"/>
                </a:solidFill>
              </a:rPr>
              <a:t>It suggests that, at least in a linear framework, lagged macroeconomic variables contain very limited predictive power for short-horizon WTI returns. The model ends up heavily shrinking coefficients, meaning it struggles to find stable signal.</a:t>
            </a:r>
            <a:endParaRPr>
              <a:solidFill>
                <a:schemeClr val="dk1"/>
              </a:solidFill>
            </a:endParaRPr>
          </a:p>
          <a:p>
            <a:pPr indent="0" lvl="0" marL="0" rtl="0" algn="l">
              <a:lnSpc>
                <a:spcPct val="115000"/>
              </a:lnSpc>
              <a:spcBef>
                <a:spcPts val="1200"/>
              </a:spcBef>
              <a:spcAft>
                <a:spcPts val="0"/>
              </a:spcAft>
              <a:buClr>
                <a:schemeClr val="dk1"/>
              </a:buClr>
              <a:buSzPts val="1100"/>
              <a:buFont typeface="Arial"/>
              <a:buNone/>
            </a:pPr>
            <a:r>
              <a:rPr lang="en">
                <a:solidFill>
                  <a:schemeClr val="dk1"/>
                </a:solidFill>
              </a:rPr>
              <a:t>That’s not necessarily a failure - it’s an important way to calibrate expectations. This gives us a realistic baseline. If more complex models outperform this meaningfully, then we know they are capturing nonlinear or temporal structure that a linear model cannot.</a:t>
            </a:r>
            <a:endParaRPr>
              <a:solidFill>
                <a:schemeClr val="dk1"/>
              </a:solidFill>
            </a:endParaRPr>
          </a:p>
          <a:p>
            <a:pPr indent="0" lvl="0" marL="0" rtl="0" algn="l">
              <a:lnSpc>
                <a:spcPct val="115000"/>
              </a:lnSpc>
              <a:spcBef>
                <a:spcPts val="1200"/>
              </a:spcBef>
              <a:spcAft>
                <a:spcPts val="1200"/>
              </a:spcAft>
              <a:buNone/>
            </a:pPr>
            <a:r>
              <a:rPr lang="en">
                <a:solidFill>
                  <a:schemeClr val="dk1"/>
                </a:solidFill>
              </a:rPr>
              <a:t>Elastic Net sets the floor.</a:t>
            </a:r>
            <a:endParaRPr/>
          </a:p>
        </p:txBody>
      </p:sp>
    </p:spTree>
  </p:cSld>
  <p:clrMapOvr>
    <a:masterClrMapping/>
  </p:clrMapOvr>
</p:notes>
</file>

<file path=ppt/notesSlides/notesSlide3.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81" name="Shape 81"/>
        <p:cNvGrpSpPr/>
        <p:nvPr/>
      </p:nvGrpSpPr>
      <p:grpSpPr>
        <a:xfrm>
          <a:off x="0" y="0"/>
          <a:ext cx="0" cy="0"/>
          <a:chOff x="0" y="0"/>
          <a:chExt cx="0" cy="0"/>
        </a:xfrm>
      </p:grpSpPr>
      <p:sp>
        <p:nvSpPr>
          <p:cNvPr id="82" name="Google Shape;82;g3caf79d1b90_0_139:notes"/>
          <p:cNvSpPr/>
          <p:nvPr>
            <p:ph idx="2" type="sldImg"/>
          </p:nvPr>
        </p:nvSpPr>
        <p:spPr>
          <a:xfrm>
            <a:off x="381300" y="685800"/>
            <a:ext cx="6096000" cy="3429000"/>
          </a:xfrm>
          <a:custGeom>
            <a:rect b="b" l="l" r="r" t="t"/>
            <a:pathLst>
              <a:path extrusionOk="0" h="120000" w="120000">
                <a:moveTo>
                  <a:pt x="0" y="0"/>
                </a:moveTo>
                <a:lnTo>
                  <a:pt x="120000" y="0"/>
                </a:lnTo>
                <a:lnTo>
                  <a:pt x="120000" y="120000"/>
                </a:lnTo>
                <a:lnTo>
                  <a:pt x="0" y="120000"/>
                </a:lnTo>
                <a:close/>
              </a:path>
            </a:pathLst>
          </a:custGeom>
        </p:spPr>
      </p:sp>
      <p:sp>
        <p:nvSpPr>
          <p:cNvPr id="83" name="Google Shape;83;g3caf79d1b90_0_139: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lnSpc>
                <a:spcPct val="115000"/>
              </a:lnSpc>
              <a:spcBef>
                <a:spcPts val="1200"/>
              </a:spcBef>
              <a:spcAft>
                <a:spcPts val="0"/>
              </a:spcAft>
              <a:buClr>
                <a:schemeClr val="dk1"/>
              </a:buClr>
              <a:buSzPts val="1100"/>
              <a:buFont typeface="Arial"/>
              <a:buNone/>
            </a:pPr>
            <a:r>
              <a:rPr lang="en">
                <a:solidFill>
                  <a:schemeClr val="dk1"/>
                </a:solidFill>
              </a:rPr>
              <a:t>VAR is different from the other models because it treats the system as fully interconnected.</a:t>
            </a:r>
            <a:endParaRPr>
              <a:solidFill>
                <a:schemeClr val="dk1"/>
              </a:solidFill>
            </a:endParaRPr>
          </a:p>
          <a:p>
            <a:pPr indent="0" lvl="0" marL="0" rtl="0" algn="l">
              <a:lnSpc>
                <a:spcPct val="115000"/>
              </a:lnSpc>
              <a:spcBef>
                <a:spcPts val="1200"/>
              </a:spcBef>
              <a:spcAft>
                <a:spcPts val="0"/>
              </a:spcAft>
              <a:buClr>
                <a:schemeClr val="dk1"/>
              </a:buClr>
              <a:buSzPts val="1100"/>
              <a:buFont typeface="Arial"/>
              <a:buNone/>
            </a:pPr>
            <a:r>
              <a:rPr lang="en">
                <a:solidFill>
                  <a:schemeClr val="dk1"/>
                </a:solidFill>
              </a:rPr>
              <a:t>Instead of assuming macro variables simply predict oil returns, VAR allows oil returns and macro variables to move together dynamically. So a shock to rates or FX today can affect oil tomorrow - and oil movements can feed back into the system as well.</a:t>
            </a:r>
            <a:endParaRPr>
              <a:solidFill>
                <a:schemeClr val="dk1"/>
              </a:solidFill>
            </a:endParaRPr>
          </a:p>
          <a:p>
            <a:pPr indent="0" lvl="0" marL="0" rtl="0" algn="l">
              <a:lnSpc>
                <a:spcPct val="115000"/>
              </a:lnSpc>
              <a:spcBef>
                <a:spcPts val="1200"/>
              </a:spcBef>
              <a:spcAft>
                <a:spcPts val="0"/>
              </a:spcAft>
              <a:buClr>
                <a:schemeClr val="dk1"/>
              </a:buClr>
              <a:buSzPts val="1100"/>
              <a:buFont typeface="Arial"/>
              <a:buNone/>
            </a:pPr>
            <a:r>
              <a:rPr lang="en">
                <a:solidFill>
                  <a:schemeClr val="dk1"/>
                </a:solidFill>
              </a:rPr>
              <a:t>Because a full 30-variable VAR would explode in size, I used BIC-based feature selection to keep the system focused. The final model selected five variables: three FX rates and two short-term Treasury spreads. That’s interesting in itself - it suggests that at daily horizons, financial variables matter more than real activity measures.</a:t>
            </a:r>
            <a:endParaRPr>
              <a:solidFill>
                <a:schemeClr val="dk1"/>
              </a:solidFill>
            </a:endParaRPr>
          </a:p>
          <a:p>
            <a:pPr indent="0" lvl="0" marL="0" rtl="0" algn="l">
              <a:lnSpc>
                <a:spcPct val="115000"/>
              </a:lnSpc>
              <a:spcBef>
                <a:spcPts val="1200"/>
              </a:spcBef>
              <a:spcAft>
                <a:spcPts val="0"/>
              </a:spcAft>
              <a:buClr>
                <a:schemeClr val="dk1"/>
              </a:buClr>
              <a:buSzPts val="1100"/>
              <a:buFont typeface="Arial"/>
              <a:buNone/>
            </a:pPr>
            <a:r>
              <a:rPr lang="en">
                <a:solidFill>
                  <a:schemeClr val="dk1"/>
                </a:solidFill>
              </a:rPr>
              <a:t>The best lag selected was just one day, which is consistent with how quickly information gets absorbed in financial markets.</a:t>
            </a:r>
            <a:endParaRPr>
              <a:solidFill>
                <a:schemeClr val="dk1"/>
              </a:solidFill>
            </a:endParaRPr>
          </a:p>
          <a:p>
            <a:pPr indent="0" lvl="0" marL="0" rtl="0" algn="l">
              <a:lnSpc>
                <a:spcPct val="115000"/>
              </a:lnSpc>
              <a:spcBef>
                <a:spcPts val="1200"/>
              </a:spcBef>
              <a:spcAft>
                <a:spcPts val="0"/>
              </a:spcAft>
              <a:buClr>
                <a:schemeClr val="dk1"/>
              </a:buClr>
              <a:buSzPts val="1100"/>
              <a:buFont typeface="Arial"/>
              <a:buNone/>
            </a:pPr>
            <a:r>
              <a:rPr lang="en">
                <a:solidFill>
                  <a:schemeClr val="dk1"/>
                </a:solidFill>
              </a:rPr>
              <a:t>Now looking at performance:</a:t>
            </a:r>
            <a:endParaRPr>
              <a:solidFill>
                <a:schemeClr val="dk1"/>
              </a:solidFill>
            </a:endParaRPr>
          </a:p>
          <a:p>
            <a:pPr indent="0" lvl="0" marL="0" rtl="0" algn="l">
              <a:lnSpc>
                <a:spcPct val="115000"/>
              </a:lnSpc>
              <a:spcBef>
                <a:spcPts val="1200"/>
              </a:spcBef>
              <a:spcAft>
                <a:spcPts val="0"/>
              </a:spcAft>
              <a:buClr>
                <a:schemeClr val="dk1"/>
              </a:buClr>
              <a:buSzPts val="1100"/>
              <a:buFont typeface="Arial"/>
              <a:buNone/>
            </a:pPr>
            <a:r>
              <a:rPr lang="en">
                <a:solidFill>
                  <a:schemeClr val="dk1"/>
                </a:solidFill>
              </a:rPr>
              <a:t>At the </a:t>
            </a:r>
            <a:r>
              <a:rPr b="1" lang="en">
                <a:solidFill>
                  <a:schemeClr val="dk1"/>
                </a:solidFill>
              </a:rPr>
              <a:t>1-day horizon</a:t>
            </a:r>
            <a:r>
              <a:rPr lang="en">
                <a:solidFill>
                  <a:schemeClr val="dk1"/>
                </a:solidFill>
              </a:rPr>
              <a:t>, VAR slightly improves directional accuracy - about </a:t>
            </a:r>
            <a:r>
              <a:rPr b="1" lang="en">
                <a:solidFill>
                  <a:schemeClr val="dk1"/>
                </a:solidFill>
              </a:rPr>
              <a:t>54–55%</a:t>
            </a:r>
            <a:r>
              <a:rPr lang="en">
                <a:solidFill>
                  <a:schemeClr val="dk1"/>
                </a:solidFill>
              </a:rPr>
              <a:t>, compared to 50% for naive. RMSE and MAE are essentially identical to the benchmark, and R² is slightly negative, which is expected for daily returns.</a:t>
            </a:r>
            <a:endParaRPr>
              <a:solidFill>
                <a:schemeClr val="dk1"/>
              </a:solidFill>
            </a:endParaRPr>
          </a:p>
          <a:p>
            <a:pPr indent="0" lvl="0" marL="0" rtl="0" algn="l">
              <a:lnSpc>
                <a:spcPct val="115000"/>
              </a:lnSpc>
              <a:spcBef>
                <a:spcPts val="1200"/>
              </a:spcBef>
              <a:spcAft>
                <a:spcPts val="0"/>
              </a:spcAft>
              <a:buClr>
                <a:schemeClr val="dk1"/>
              </a:buClr>
              <a:buSzPts val="1100"/>
              <a:buFont typeface="Arial"/>
              <a:buNone/>
            </a:pPr>
            <a:r>
              <a:rPr lang="en">
                <a:solidFill>
                  <a:schemeClr val="dk1"/>
                </a:solidFill>
              </a:rPr>
              <a:t>At </a:t>
            </a:r>
            <a:r>
              <a:rPr b="1" lang="en">
                <a:solidFill>
                  <a:schemeClr val="dk1"/>
                </a:solidFill>
              </a:rPr>
              <a:t>5 days</a:t>
            </a:r>
            <a:r>
              <a:rPr lang="en">
                <a:solidFill>
                  <a:schemeClr val="dk1"/>
                </a:solidFill>
              </a:rPr>
              <a:t>, performance flattens out. Directional accuracy drops to the mid-40s, roughly in line with naive.</a:t>
            </a:r>
            <a:endParaRPr>
              <a:solidFill>
                <a:schemeClr val="dk1"/>
              </a:solidFill>
            </a:endParaRPr>
          </a:p>
          <a:p>
            <a:pPr indent="0" lvl="0" marL="0" rtl="0" algn="l">
              <a:lnSpc>
                <a:spcPct val="115000"/>
              </a:lnSpc>
              <a:spcBef>
                <a:spcPts val="1200"/>
              </a:spcBef>
              <a:spcAft>
                <a:spcPts val="0"/>
              </a:spcAft>
              <a:buClr>
                <a:schemeClr val="dk1"/>
              </a:buClr>
              <a:buSzPts val="1100"/>
              <a:buFont typeface="Arial"/>
              <a:buNone/>
            </a:pPr>
            <a:r>
              <a:rPr lang="en">
                <a:solidFill>
                  <a:schemeClr val="dk1"/>
                </a:solidFill>
              </a:rPr>
              <a:t>At </a:t>
            </a:r>
            <a:r>
              <a:rPr b="1" lang="en">
                <a:solidFill>
                  <a:schemeClr val="dk1"/>
                </a:solidFill>
              </a:rPr>
              <a:t>20 days</a:t>
            </a:r>
            <a:r>
              <a:rPr lang="en">
                <a:solidFill>
                  <a:schemeClr val="dk1"/>
                </a:solidFill>
              </a:rPr>
              <a:t>, the model struggles. R² becomes clearly negative, and directional accuracy falls into the low 30s. That tells us that the dynamic structure doesn’t persist very far forward.</a:t>
            </a:r>
            <a:endParaRPr>
              <a:solidFill>
                <a:schemeClr val="dk1"/>
              </a:solidFill>
            </a:endParaRPr>
          </a:p>
          <a:p>
            <a:pPr indent="0" lvl="0" marL="0" rtl="0" algn="l">
              <a:lnSpc>
                <a:spcPct val="115000"/>
              </a:lnSpc>
              <a:spcBef>
                <a:spcPts val="1200"/>
              </a:spcBef>
              <a:spcAft>
                <a:spcPts val="0"/>
              </a:spcAft>
              <a:buClr>
                <a:schemeClr val="dk1"/>
              </a:buClr>
              <a:buSzPts val="1100"/>
              <a:buFont typeface="Arial"/>
              <a:buNone/>
            </a:pPr>
            <a:r>
              <a:rPr lang="en">
                <a:solidFill>
                  <a:schemeClr val="dk1"/>
                </a:solidFill>
              </a:rPr>
              <a:t>The impulse response functions give additional insight. For example, a positive shock to the 6-month Treasury spread generates a small, immediate negative response in oil returns that decays quickly. The effect is short-lived and statistically weak - which aligns with the low overall predictability we see in the forecast metrics.</a:t>
            </a:r>
            <a:endParaRPr>
              <a:solidFill>
                <a:schemeClr val="dk1"/>
              </a:solidFill>
            </a:endParaRPr>
          </a:p>
          <a:p>
            <a:pPr indent="0" lvl="0" marL="0" rtl="0" algn="l">
              <a:lnSpc>
                <a:spcPct val="115000"/>
              </a:lnSpc>
              <a:spcBef>
                <a:spcPts val="1200"/>
              </a:spcBef>
              <a:spcAft>
                <a:spcPts val="0"/>
              </a:spcAft>
              <a:buClr>
                <a:schemeClr val="dk1"/>
              </a:buClr>
              <a:buSzPts val="1100"/>
              <a:buFont typeface="Arial"/>
              <a:buNone/>
            </a:pPr>
            <a:r>
              <a:rPr lang="en">
                <a:solidFill>
                  <a:schemeClr val="dk1"/>
                </a:solidFill>
              </a:rPr>
              <a:t>So overall, VAR captures meaningful short-term financial linkages, but those effects are small and fade rapidly. It reinforces the broader conclusion that daily oil returns are very difficult to forecast using macro variables, even when we model feedback dynamics explicitly.</a:t>
            </a:r>
            <a:endParaRPr>
              <a:solidFill>
                <a:schemeClr val="dk1"/>
              </a:solidFill>
            </a:endParaRPr>
          </a:p>
          <a:p>
            <a:pPr indent="0" lvl="0" marL="0" rtl="0" algn="l">
              <a:spcBef>
                <a:spcPts val="1200"/>
              </a:spcBef>
              <a:spcAft>
                <a:spcPts val="0"/>
              </a:spcAft>
              <a:buNone/>
            </a:pPr>
            <a:r>
              <a:t/>
            </a:r>
            <a:endParaRPr/>
          </a:p>
        </p:txBody>
      </p:sp>
    </p:spTree>
  </p:cSld>
  <p:clrMapOvr>
    <a:masterClrMapping/>
  </p:clrMapOvr>
</p:notes>
</file>

<file path=ppt/notesSlides/notesSlide4.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97" name="Shape 97"/>
        <p:cNvGrpSpPr/>
        <p:nvPr/>
      </p:nvGrpSpPr>
      <p:grpSpPr>
        <a:xfrm>
          <a:off x="0" y="0"/>
          <a:ext cx="0" cy="0"/>
          <a:chOff x="0" y="0"/>
          <a:chExt cx="0" cy="0"/>
        </a:xfrm>
      </p:grpSpPr>
      <p:sp>
        <p:nvSpPr>
          <p:cNvPr id="98" name="Google Shape;98;g3caf79d1b90_0_175:notes"/>
          <p:cNvSpPr/>
          <p:nvPr>
            <p:ph idx="2" type="sldImg"/>
          </p:nvPr>
        </p:nvSpPr>
        <p:spPr>
          <a:xfrm>
            <a:off x="381300" y="685800"/>
            <a:ext cx="6096000" cy="3429000"/>
          </a:xfrm>
          <a:custGeom>
            <a:rect b="b" l="l" r="r" t="t"/>
            <a:pathLst>
              <a:path extrusionOk="0" h="120000" w="120000">
                <a:moveTo>
                  <a:pt x="0" y="0"/>
                </a:moveTo>
                <a:lnTo>
                  <a:pt x="120000" y="0"/>
                </a:lnTo>
                <a:lnTo>
                  <a:pt x="120000" y="120000"/>
                </a:lnTo>
                <a:lnTo>
                  <a:pt x="0" y="120000"/>
                </a:lnTo>
                <a:close/>
              </a:path>
            </a:pathLst>
          </a:custGeom>
        </p:spPr>
      </p:sp>
      <p:sp>
        <p:nvSpPr>
          <p:cNvPr id="99" name="Google Shape;99;g3caf79d1b90_0_175: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lnSpc>
                <a:spcPct val="115000"/>
              </a:lnSpc>
              <a:spcBef>
                <a:spcPts val="1200"/>
              </a:spcBef>
              <a:spcAft>
                <a:spcPts val="0"/>
              </a:spcAft>
              <a:buClr>
                <a:schemeClr val="dk1"/>
              </a:buClr>
              <a:buSzPts val="1100"/>
              <a:buFont typeface="Arial"/>
              <a:buNone/>
            </a:pPr>
            <a:r>
              <a:rPr lang="en">
                <a:solidFill>
                  <a:schemeClr val="dk1"/>
                </a:solidFill>
              </a:rPr>
              <a:t>XGBoost is our nonlinear benchmark.</a:t>
            </a:r>
            <a:endParaRPr>
              <a:solidFill>
                <a:schemeClr val="dk1"/>
              </a:solidFill>
            </a:endParaRPr>
          </a:p>
          <a:p>
            <a:pPr indent="0" lvl="0" marL="0" rtl="0" algn="l">
              <a:lnSpc>
                <a:spcPct val="115000"/>
              </a:lnSpc>
              <a:spcBef>
                <a:spcPts val="1200"/>
              </a:spcBef>
              <a:spcAft>
                <a:spcPts val="0"/>
              </a:spcAft>
              <a:buClr>
                <a:schemeClr val="dk1"/>
              </a:buClr>
              <a:buSzPts val="1100"/>
              <a:buFont typeface="Arial"/>
              <a:buNone/>
            </a:pPr>
            <a:r>
              <a:rPr lang="en">
                <a:solidFill>
                  <a:schemeClr val="dk1"/>
                </a:solidFill>
              </a:rPr>
              <a:t>Unlike Elastic Net, which assumes everything is linear, XGBoost can capture interactions and threshold effects. So instead of assuming each macro variable contributes additively, it can learn patterns like: FX movements only matter when rates are tight, or equity signals matter more in certain regimes.</a:t>
            </a:r>
            <a:endParaRPr>
              <a:solidFill>
                <a:schemeClr val="dk1"/>
              </a:solidFill>
            </a:endParaRPr>
          </a:p>
          <a:p>
            <a:pPr indent="0" lvl="0" marL="0" rtl="0" algn="l">
              <a:lnSpc>
                <a:spcPct val="115000"/>
              </a:lnSpc>
              <a:spcBef>
                <a:spcPts val="1200"/>
              </a:spcBef>
              <a:spcAft>
                <a:spcPts val="0"/>
              </a:spcAft>
              <a:buClr>
                <a:schemeClr val="dk1"/>
              </a:buClr>
              <a:buSzPts val="1100"/>
              <a:buFont typeface="Arial"/>
              <a:buNone/>
            </a:pPr>
            <a:r>
              <a:rPr lang="en">
                <a:solidFill>
                  <a:schemeClr val="dk1"/>
                </a:solidFill>
              </a:rPr>
              <a:t>Now looking at the results:</a:t>
            </a:r>
            <a:endParaRPr>
              <a:solidFill>
                <a:schemeClr val="dk1"/>
              </a:solidFill>
            </a:endParaRPr>
          </a:p>
          <a:p>
            <a:pPr indent="0" lvl="0" marL="0" rtl="0" algn="l">
              <a:lnSpc>
                <a:spcPct val="115000"/>
              </a:lnSpc>
              <a:spcBef>
                <a:spcPts val="1200"/>
              </a:spcBef>
              <a:spcAft>
                <a:spcPts val="0"/>
              </a:spcAft>
              <a:buClr>
                <a:schemeClr val="dk1"/>
              </a:buClr>
              <a:buSzPts val="1100"/>
              <a:buFont typeface="Arial"/>
              <a:buNone/>
            </a:pPr>
            <a:r>
              <a:rPr lang="en">
                <a:solidFill>
                  <a:schemeClr val="dk1"/>
                </a:solidFill>
              </a:rPr>
              <a:t>At the </a:t>
            </a:r>
            <a:r>
              <a:rPr b="1" lang="en">
                <a:solidFill>
                  <a:schemeClr val="dk1"/>
                </a:solidFill>
              </a:rPr>
              <a:t>1-day horizon</a:t>
            </a:r>
            <a:r>
              <a:rPr lang="en">
                <a:solidFill>
                  <a:schemeClr val="dk1"/>
                </a:solidFill>
              </a:rPr>
              <a:t>, performance is very similar to the naive benchmark.</a:t>
            </a:r>
            <a:br>
              <a:rPr lang="en">
                <a:solidFill>
                  <a:schemeClr val="dk1"/>
                </a:solidFill>
              </a:rPr>
            </a:br>
            <a:r>
              <a:rPr lang="en">
                <a:solidFill>
                  <a:schemeClr val="dk1"/>
                </a:solidFill>
              </a:rPr>
              <a:t> RMSE and MAE are almost identical, and directional accuracy is slightly below 50%. So at very short horizons, nonlinear structure doesn’t seem to help much.</a:t>
            </a:r>
            <a:endParaRPr>
              <a:solidFill>
                <a:schemeClr val="dk1"/>
              </a:solidFill>
            </a:endParaRPr>
          </a:p>
          <a:p>
            <a:pPr indent="0" lvl="0" marL="0" rtl="0" algn="l">
              <a:lnSpc>
                <a:spcPct val="115000"/>
              </a:lnSpc>
              <a:spcBef>
                <a:spcPts val="1200"/>
              </a:spcBef>
              <a:spcAft>
                <a:spcPts val="0"/>
              </a:spcAft>
              <a:buClr>
                <a:schemeClr val="dk1"/>
              </a:buClr>
              <a:buSzPts val="1100"/>
              <a:buFont typeface="Arial"/>
              <a:buNone/>
            </a:pPr>
            <a:r>
              <a:rPr lang="en">
                <a:solidFill>
                  <a:schemeClr val="dk1"/>
                </a:solidFill>
              </a:rPr>
              <a:t>At the </a:t>
            </a:r>
            <a:r>
              <a:rPr b="1" lang="en">
                <a:solidFill>
                  <a:schemeClr val="dk1"/>
                </a:solidFill>
              </a:rPr>
              <a:t>5-day horizon</a:t>
            </a:r>
            <a:r>
              <a:rPr lang="en">
                <a:solidFill>
                  <a:schemeClr val="dk1"/>
                </a:solidFill>
              </a:rPr>
              <a:t>, we start to see improvement in directional accuracy - about </a:t>
            </a:r>
            <a:r>
              <a:rPr b="1" lang="en">
                <a:solidFill>
                  <a:schemeClr val="dk1"/>
                </a:solidFill>
              </a:rPr>
              <a:t>52–53%</a:t>
            </a:r>
            <a:r>
              <a:rPr lang="en">
                <a:solidFill>
                  <a:schemeClr val="dk1"/>
                </a:solidFill>
              </a:rPr>
              <a:t>, compared to 50% for naive. That suggests some weak nonlinear signal begins to emerge over a slightly longer window.</a:t>
            </a:r>
            <a:endParaRPr>
              <a:solidFill>
                <a:schemeClr val="dk1"/>
              </a:solidFill>
            </a:endParaRPr>
          </a:p>
          <a:p>
            <a:pPr indent="0" lvl="0" marL="0" rtl="0" algn="l">
              <a:lnSpc>
                <a:spcPct val="115000"/>
              </a:lnSpc>
              <a:spcBef>
                <a:spcPts val="1200"/>
              </a:spcBef>
              <a:spcAft>
                <a:spcPts val="0"/>
              </a:spcAft>
              <a:buClr>
                <a:schemeClr val="dk1"/>
              </a:buClr>
              <a:buSzPts val="1100"/>
              <a:buFont typeface="Arial"/>
              <a:buNone/>
            </a:pPr>
            <a:r>
              <a:rPr lang="en">
                <a:solidFill>
                  <a:schemeClr val="dk1"/>
                </a:solidFill>
              </a:rPr>
              <a:t>But the most interesting result is at the </a:t>
            </a:r>
            <a:r>
              <a:rPr b="1" lang="en">
                <a:solidFill>
                  <a:schemeClr val="dk1"/>
                </a:solidFill>
              </a:rPr>
              <a:t>20-day horizon</a:t>
            </a:r>
            <a:r>
              <a:rPr lang="en">
                <a:solidFill>
                  <a:schemeClr val="dk1"/>
                </a:solidFill>
              </a:rPr>
              <a:t>.</a:t>
            </a:r>
            <a:endParaRPr>
              <a:solidFill>
                <a:schemeClr val="dk1"/>
              </a:solidFill>
            </a:endParaRPr>
          </a:p>
          <a:p>
            <a:pPr indent="0" lvl="0" marL="0" rtl="0" algn="l">
              <a:lnSpc>
                <a:spcPct val="115000"/>
              </a:lnSpc>
              <a:spcBef>
                <a:spcPts val="1200"/>
              </a:spcBef>
              <a:spcAft>
                <a:spcPts val="0"/>
              </a:spcAft>
              <a:buClr>
                <a:schemeClr val="dk1"/>
              </a:buClr>
              <a:buSzPts val="1100"/>
              <a:buFont typeface="Arial"/>
              <a:buNone/>
            </a:pPr>
            <a:r>
              <a:rPr lang="en">
                <a:solidFill>
                  <a:schemeClr val="dk1"/>
                </a:solidFill>
              </a:rPr>
              <a:t>Here, directional accuracy jumps to roughly </a:t>
            </a:r>
            <a:r>
              <a:rPr b="1" lang="en">
                <a:solidFill>
                  <a:schemeClr val="dk1"/>
                </a:solidFill>
              </a:rPr>
              <a:t>68%</a:t>
            </a:r>
            <a:r>
              <a:rPr lang="en">
                <a:solidFill>
                  <a:schemeClr val="dk1"/>
                </a:solidFill>
              </a:rPr>
              <a:t>, which is a large improvement over naive. Even though R² is still negative - which is common in return forecasting - the directional signal is much stronger.</a:t>
            </a:r>
            <a:endParaRPr>
              <a:solidFill>
                <a:schemeClr val="dk1"/>
              </a:solidFill>
            </a:endParaRPr>
          </a:p>
          <a:p>
            <a:pPr indent="0" lvl="0" marL="0" rtl="0" algn="l">
              <a:lnSpc>
                <a:spcPct val="115000"/>
              </a:lnSpc>
              <a:spcBef>
                <a:spcPts val="1200"/>
              </a:spcBef>
              <a:spcAft>
                <a:spcPts val="0"/>
              </a:spcAft>
              <a:buClr>
                <a:schemeClr val="dk1"/>
              </a:buClr>
              <a:buSzPts val="1100"/>
              <a:buFont typeface="Arial"/>
              <a:buNone/>
            </a:pPr>
            <a:r>
              <a:rPr lang="en">
                <a:solidFill>
                  <a:schemeClr val="dk1"/>
                </a:solidFill>
              </a:rPr>
              <a:t>So the takeaway is that XGBoost appears to extract nonlinear patterns that are not visible in the linear models, particularly at longer horizons.</a:t>
            </a:r>
            <a:endParaRPr>
              <a:solidFill>
                <a:schemeClr val="dk1"/>
              </a:solidFill>
            </a:endParaRPr>
          </a:p>
          <a:p>
            <a:pPr indent="0" lvl="0" marL="0" rtl="0" algn="l">
              <a:lnSpc>
                <a:spcPct val="115000"/>
              </a:lnSpc>
              <a:spcBef>
                <a:spcPts val="1200"/>
              </a:spcBef>
              <a:spcAft>
                <a:spcPts val="0"/>
              </a:spcAft>
              <a:buClr>
                <a:schemeClr val="dk1"/>
              </a:buClr>
              <a:buSzPts val="1100"/>
              <a:buFont typeface="Arial"/>
              <a:buNone/>
            </a:pPr>
            <a:r>
              <a:rPr lang="en">
                <a:solidFill>
                  <a:schemeClr val="dk1"/>
                </a:solidFill>
              </a:rPr>
              <a:t>Looking at the feature importance plot, we see that FX variables - especially lagged Japanese exchange rates - dominate. That reinforces the idea that currency dynamics and global financial conditions are key drivers of oil returns at the monthly horizon.</a:t>
            </a:r>
            <a:endParaRPr>
              <a:solidFill>
                <a:schemeClr val="dk1"/>
              </a:solidFill>
            </a:endParaRPr>
          </a:p>
          <a:p>
            <a:pPr indent="0" lvl="0" marL="0" rtl="0" algn="l">
              <a:lnSpc>
                <a:spcPct val="115000"/>
              </a:lnSpc>
              <a:spcBef>
                <a:spcPts val="1200"/>
              </a:spcBef>
              <a:spcAft>
                <a:spcPts val="0"/>
              </a:spcAft>
              <a:buClr>
                <a:schemeClr val="dk1"/>
              </a:buClr>
              <a:buSzPts val="1100"/>
              <a:buFont typeface="Arial"/>
              <a:buNone/>
            </a:pPr>
            <a:r>
              <a:rPr lang="en">
                <a:solidFill>
                  <a:schemeClr val="dk1"/>
                </a:solidFill>
              </a:rPr>
              <a:t>So compared to Elastic Net and VAR, XGBoost doesn’t dramatically reduce forecast error magnitude, but it does uncover nonlinear directional structure - especially at 20 days.</a:t>
            </a:r>
            <a:endParaRPr>
              <a:solidFill>
                <a:schemeClr val="dk1"/>
              </a:solidFill>
            </a:endParaRPr>
          </a:p>
          <a:p>
            <a:pPr indent="0" lvl="0" marL="0" rtl="0" algn="l">
              <a:lnSpc>
                <a:spcPct val="115000"/>
              </a:lnSpc>
              <a:spcBef>
                <a:spcPts val="1200"/>
              </a:spcBef>
              <a:spcAft>
                <a:spcPts val="0"/>
              </a:spcAft>
              <a:buClr>
                <a:schemeClr val="dk1"/>
              </a:buClr>
              <a:buSzPts val="1100"/>
              <a:buFont typeface="Arial"/>
              <a:buNone/>
            </a:pPr>
            <a:r>
              <a:rPr lang="en">
                <a:solidFill>
                  <a:schemeClr val="dk1"/>
                </a:solidFill>
              </a:rPr>
              <a:t>That makes it economically interesting, even if traditional R² remains low.</a:t>
            </a:r>
            <a:endParaRPr>
              <a:solidFill>
                <a:schemeClr val="dk1"/>
              </a:solidFill>
            </a:endParaRPr>
          </a:p>
          <a:p>
            <a:pPr indent="0" lvl="0" marL="0" rtl="0" algn="l">
              <a:spcBef>
                <a:spcPts val="1200"/>
              </a:spcBef>
              <a:spcAft>
                <a:spcPts val="0"/>
              </a:spcAft>
              <a:buNone/>
            </a:pPr>
            <a:r>
              <a:t/>
            </a:r>
            <a:endParaRPr/>
          </a:p>
        </p:txBody>
      </p:sp>
    </p:spTree>
  </p:cSld>
  <p:clrMapOvr>
    <a:masterClrMapping/>
  </p:clrMapOvr>
</p:notes>
</file>

<file path=ppt/notesSlides/notesSlide5.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130" name="Shape 130"/>
        <p:cNvGrpSpPr/>
        <p:nvPr/>
      </p:nvGrpSpPr>
      <p:grpSpPr>
        <a:xfrm>
          <a:off x="0" y="0"/>
          <a:ext cx="0" cy="0"/>
          <a:chOff x="0" y="0"/>
          <a:chExt cx="0" cy="0"/>
        </a:xfrm>
      </p:grpSpPr>
      <p:sp>
        <p:nvSpPr>
          <p:cNvPr id="131" name="Google Shape;131;g3caf79d1b90_0_211:notes"/>
          <p:cNvSpPr/>
          <p:nvPr>
            <p:ph idx="2" type="sldImg"/>
          </p:nvPr>
        </p:nvSpPr>
        <p:spPr>
          <a:xfrm>
            <a:off x="381300" y="685800"/>
            <a:ext cx="6096000" cy="3429000"/>
          </a:xfrm>
          <a:custGeom>
            <a:rect b="b" l="l" r="r" t="t"/>
            <a:pathLst>
              <a:path extrusionOk="0" h="120000" w="120000">
                <a:moveTo>
                  <a:pt x="0" y="0"/>
                </a:moveTo>
                <a:lnTo>
                  <a:pt x="120000" y="0"/>
                </a:lnTo>
                <a:lnTo>
                  <a:pt x="120000" y="120000"/>
                </a:lnTo>
                <a:lnTo>
                  <a:pt x="0" y="120000"/>
                </a:lnTo>
                <a:close/>
              </a:path>
            </a:pathLst>
          </a:custGeom>
        </p:spPr>
      </p:sp>
      <p:sp>
        <p:nvSpPr>
          <p:cNvPr id="132" name="Google Shape;132;g3caf79d1b90_0_211: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lnSpc>
                <a:spcPct val="115000"/>
              </a:lnSpc>
              <a:spcBef>
                <a:spcPts val="1200"/>
              </a:spcBef>
              <a:spcAft>
                <a:spcPts val="0"/>
              </a:spcAft>
              <a:buClr>
                <a:schemeClr val="dk1"/>
              </a:buClr>
              <a:buSzPts val="1100"/>
              <a:buFont typeface="Arial"/>
              <a:buNone/>
            </a:pPr>
            <a:r>
              <a:rPr lang="en">
                <a:solidFill>
                  <a:schemeClr val="dk1"/>
                </a:solidFill>
              </a:rPr>
              <a:t>The LSTM is our deep learning model, built specifically for sequential data.</a:t>
            </a:r>
            <a:endParaRPr>
              <a:solidFill>
                <a:schemeClr val="dk1"/>
              </a:solidFill>
            </a:endParaRPr>
          </a:p>
          <a:p>
            <a:pPr indent="0" lvl="0" marL="0" rtl="0" algn="l">
              <a:lnSpc>
                <a:spcPct val="115000"/>
              </a:lnSpc>
              <a:spcBef>
                <a:spcPts val="1200"/>
              </a:spcBef>
              <a:spcAft>
                <a:spcPts val="0"/>
              </a:spcAft>
              <a:buClr>
                <a:schemeClr val="dk1"/>
              </a:buClr>
              <a:buSzPts val="1100"/>
              <a:buFont typeface="Arial"/>
              <a:buNone/>
            </a:pPr>
            <a:r>
              <a:rPr lang="en">
                <a:solidFill>
                  <a:schemeClr val="dk1"/>
                </a:solidFill>
              </a:rPr>
              <a:t>The key difference from the other models is that it doesn’t flatten the 30-day lookback into independent lag columns. Instead, it processes the data as an actual time sequence. That means it can learn patterns in how variables evolve over time, not just their values at fixed lags.</a:t>
            </a:r>
            <a:endParaRPr>
              <a:solidFill>
                <a:schemeClr val="dk1"/>
              </a:solidFill>
            </a:endParaRPr>
          </a:p>
          <a:p>
            <a:pPr indent="0" lvl="0" marL="0" rtl="0" algn="l">
              <a:lnSpc>
                <a:spcPct val="115000"/>
              </a:lnSpc>
              <a:spcBef>
                <a:spcPts val="1200"/>
              </a:spcBef>
              <a:spcAft>
                <a:spcPts val="0"/>
              </a:spcAft>
              <a:buClr>
                <a:schemeClr val="dk1"/>
              </a:buClr>
              <a:buSzPts val="1100"/>
              <a:buFont typeface="Arial"/>
              <a:buNone/>
            </a:pPr>
            <a:r>
              <a:rPr lang="en">
                <a:solidFill>
                  <a:schemeClr val="dk1"/>
                </a:solidFill>
              </a:rPr>
              <a:t>For example, it can distinguish between a steady rise in rates over 30 days versus a sharp spike and reversal - patterns that would look very similar once flattened.</a:t>
            </a:r>
            <a:endParaRPr>
              <a:solidFill>
                <a:schemeClr val="dk1"/>
              </a:solidFill>
            </a:endParaRPr>
          </a:p>
          <a:p>
            <a:pPr indent="0" lvl="0" marL="0" rtl="0" algn="l">
              <a:lnSpc>
                <a:spcPct val="115000"/>
              </a:lnSpc>
              <a:spcBef>
                <a:spcPts val="1200"/>
              </a:spcBef>
              <a:spcAft>
                <a:spcPts val="0"/>
              </a:spcAft>
              <a:buClr>
                <a:schemeClr val="dk1"/>
              </a:buClr>
              <a:buSzPts val="1100"/>
              <a:buFont typeface="Arial"/>
              <a:buNone/>
            </a:pPr>
            <a:r>
              <a:rPr lang="en">
                <a:solidFill>
                  <a:schemeClr val="dk1"/>
                </a:solidFill>
              </a:rPr>
              <a:t>Now looking at performance:</a:t>
            </a:r>
            <a:endParaRPr>
              <a:solidFill>
                <a:schemeClr val="dk1"/>
              </a:solidFill>
            </a:endParaRPr>
          </a:p>
          <a:p>
            <a:pPr indent="0" lvl="0" marL="0" rtl="0" algn="l">
              <a:lnSpc>
                <a:spcPct val="115000"/>
              </a:lnSpc>
              <a:spcBef>
                <a:spcPts val="1200"/>
              </a:spcBef>
              <a:spcAft>
                <a:spcPts val="0"/>
              </a:spcAft>
              <a:buClr>
                <a:schemeClr val="dk1"/>
              </a:buClr>
              <a:buSzPts val="1100"/>
              <a:buFont typeface="Arial"/>
              <a:buNone/>
            </a:pPr>
            <a:r>
              <a:rPr lang="en">
                <a:solidFill>
                  <a:schemeClr val="dk1"/>
                </a:solidFill>
              </a:rPr>
              <a:t>At the </a:t>
            </a:r>
            <a:r>
              <a:rPr b="1" lang="en">
                <a:solidFill>
                  <a:schemeClr val="dk1"/>
                </a:solidFill>
              </a:rPr>
              <a:t>1-day horizon</a:t>
            </a:r>
            <a:r>
              <a:rPr lang="en">
                <a:solidFill>
                  <a:schemeClr val="dk1"/>
                </a:solidFill>
              </a:rPr>
              <a:t>, the LSTM doesn’t outperform the simpler models. Test RMSE is about </a:t>
            </a:r>
            <a:r>
              <a:rPr b="1" lang="en">
                <a:solidFill>
                  <a:schemeClr val="dk1"/>
                </a:solidFill>
              </a:rPr>
              <a:t>0.023</a:t>
            </a:r>
            <a:r>
              <a:rPr lang="en">
                <a:solidFill>
                  <a:schemeClr val="dk1"/>
                </a:solidFill>
              </a:rPr>
              <a:t>, and directional accuracy is around </a:t>
            </a:r>
            <a:r>
              <a:rPr b="1" lang="en">
                <a:solidFill>
                  <a:schemeClr val="dk1"/>
                </a:solidFill>
              </a:rPr>
              <a:t>50%</a:t>
            </a:r>
            <a:r>
              <a:rPr lang="en">
                <a:solidFill>
                  <a:schemeClr val="dk1"/>
                </a:solidFill>
              </a:rPr>
              <a:t> - essentially random. So deep sequence modeling does not help at very short horizons.</a:t>
            </a:r>
            <a:endParaRPr>
              <a:solidFill>
                <a:schemeClr val="dk1"/>
              </a:solidFill>
            </a:endParaRPr>
          </a:p>
          <a:p>
            <a:pPr indent="0" lvl="0" marL="0" rtl="0" algn="l">
              <a:lnSpc>
                <a:spcPct val="115000"/>
              </a:lnSpc>
              <a:spcBef>
                <a:spcPts val="1200"/>
              </a:spcBef>
              <a:spcAft>
                <a:spcPts val="0"/>
              </a:spcAft>
              <a:buClr>
                <a:schemeClr val="dk1"/>
              </a:buClr>
              <a:buSzPts val="1100"/>
              <a:buFont typeface="Arial"/>
              <a:buNone/>
            </a:pPr>
            <a:r>
              <a:rPr lang="en">
                <a:solidFill>
                  <a:schemeClr val="dk1"/>
                </a:solidFill>
              </a:rPr>
              <a:t>At </a:t>
            </a:r>
            <a:r>
              <a:rPr b="1" lang="en">
                <a:solidFill>
                  <a:schemeClr val="dk1"/>
                </a:solidFill>
              </a:rPr>
              <a:t>5 days</a:t>
            </a:r>
            <a:r>
              <a:rPr lang="en">
                <a:solidFill>
                  <a:schemeClr val="dk1"/>
                </a:solidFill>
              </a:rPr>
              <a:t>, performance remains modest. RMSE increases as expected, and directional accuracy stays close to the mid-40s on validation and low-50s on test - nothing dramatically better than tree-based models.</a:t>
            </a:r>
            <a:endParaRPr>
              <a:solidFill>
                <a:schemeClr val="dk1"/>
              </a:solidFill>
            </a:endParaRPr>
          </a:p>
          <a:p>
            <a:pPr indent="0" lvl="0" marL="0" rtl="0" algn="l">
              <a:lnSpc>
                <a:spcPct val="115000"/>
              </a:lnSpc>
              <a:spcBef>
                <a:spcPts val="1200"/>
              </a:spcBef>
              <a:spcAft>
                <a:spcPts val="0"/>
              </a:spcAft>
              <a:buClr>
                <a:schemeClr val="dk1"/>
              </a:buClr>
              <a:buSzPts val="1100"/>
              <a:buFont typeface="Arial"/>
              <a:buNone/>
            </a:pPr>
            <a:r>
              <a:rPr lang="en">
                <a:solidFill>
                  <a:schemeClr val="dk1"/>
                </a:solidFill>
              </a:rPr>
              <a:t>But at the </a:t>
            </a:r>
            <a:r>
              <a:rPr b="1" lang="en">
                <a:solidFill>
                  <a:schemeClr val="dk1"/>
                </a:solidFill>
              </a:rPr>
              <a:t>20-day horizon</a:t>
            </a:r>
            <a:r>
              <a:rPr lang="en">
                <a:solidFill>
                  <a:schemeClr val="dk1"/>
                </a:solidFill>
              </a:rPr>
              <a:t>, we see something interesting.</a:t>
            </a:r>
            <a:endParaRPr>
              <a:solidFill>
                <a:schemeClr val="dk1"/>
              </a:solidFill>
            </a:endParaRPr>
          </a:p>
          <a:p>
            <a:pPr indent="0" lvl="0" marL="0" rtl="0" algn="l">
              <a:lnSpc>
                <a:spcPct val="115000"/>
              </a:lnSpc>
              <a:spcBef>
                <a:spcPts val="1200"/>
              </a:spcBef>
              <a:spcAft>
                <a:spcPts val="0"/>
              </a:spcAft>
              <a:buClr>
                <a:schemeClr val="dk1"/>
              </a:buClr>
              <a:buSzPts val="1100"/>
              <a:buFont typeface="Arial"/>
              <a:buNone/>
            </a:pPr>
            <a:r>
              <a:rPr lang="en">
                <a:solidFill>
                  <a:schemeClr val="dk1"/>
                </a:solidFill>
              </a:rPr>
              <a:t>Test directional accuracy jumps to roughly </a:t>
            </a:r>
            <a:r>
              <a:rPr b="1" lang="en">
                <a:solidFill>
                  <a:schemeClr val="dk1"/>
                </a:solidFill>
              </a:rPr>
              <a:t>68%</a:t>
            </a:r>
            <a:r>
              <a:rPr lang="en">
                <a:solidFill>
                  <a:schemeClr val="dk1"/>
                </a:solidFill>
              </a:rPr>
              <a:t>, which is quite strong. Even though R² is still negative - which is common in return forecasting - the directional signal becomes much more pronounced.</a:t>
            </a:r>
            <a:endParaRPr>
              <a:solidFill>
                <a:schemeClr val="dk1"/>
              </a:solidFill>
            </a:endParaRPr>
          </a:p>
          <a:p>
            <a:pPr indent="0" lvl="0" marL="0" rtl="0" algn="l">
              <a:lnSpc>
                <a:spcPct val="115000"/>
              </a:lnSpc>
              <a:spcBef>
                <a:spcPts val="1200"/>
              </a:spcBef>
              <a:spcAft>
                <a:spcPts val="0"/>
              </a:spcAft>
              <a:buClr>
                <a:schemeClr val="dk1"/>
              </a:buClr>
              <a:buSzPts val="1100"/>
              <a:buFont typeface="Arial"/>
              <a:buNone/>
            </a:pPr>
            <a:r>
              <a:rPr lang="en">
                <a:solidFill>
                  <a:schemeClr val="dk1"/>
                </a:solidFill>
              </a:rPr>
              <a:t>That suggests that sequential structure may matter more at longer horizons, where macro dynamics have time to propagate.</a:t>
            </a:r>
            <a:endParaRPr>
              <a:solidFill>
                <a:schemeClr val="dk1"/>
              </a:solidFill>
            </a:endParaRPr>
          </a:p>
          <a:p>
            <a:pPr indent="0" lvl="0" marL="0" rtl="0" algn="l">
              <a:lnSpc>
                <a:spcPct val="115000"/>
              </a:lnSpc>
              <a:spcBef>
                <a:spcPts val="1200"/>
              </a:spcBef>
              <a:spcAft>
                <a:spcPts val="0"/>
              </a:spcAft>
              <a:buClr>
                <a:schemeClr val="dk1"/>
              </a:buClr>
              <a:buSzPts val="1100"/>
              <a:buFont typeface="Arial"/>
              <a:buNone/>
            </a:pPr>
            <a:r>
              <a:rPr lang="en">
                <a:solidFill>
                  <a:schemeClr val="dk1"/>
                </a:solidFill>
              </a:rPr>
              <a:t>The loss curve on the top right also shows that the model converges quickly and early stopping prevents overfitting. Training error declines smoothly, while validation stabilizes around epoch 20.</a:t>
            </a:r>
            <a:endParaRPr>
              <a:solidFill>
                <a:schemeClr val="dk1"/>
              </a:solidFill>
            </a:endParaRPr>
          </a:p>
          <a:p>
            <a:pPr indent="0" lvl="0" marL="0" rtl="0" algn="l">
              <a:lnSpc>
                <a:spcPct val="115000"/>
              </a:lnSpc>
              <a:spcBef>
                <a:spcPts val="1200"/>
              </a:spcBef>
              <a:spcAft>
                <a:spcPts val="0"/>
              </a:spcAft>
              <a:buClr>
                <a:schemeClr val="dk1"/>
              </a:buClr>
              <a:buSzPts val="1100"/>
              <a:buFont typeface="Arial"/>
              <a:buNone/>
            </a:pPr>
            <a:r>
              <a:rPr lang="en">
                <a:solidFill>
                  <a:schemeClr val="dk1"/>
                </a:solidFill>
              </a:rPr>
              <a:t>So overall, the LSTM does not dominate at short horizons, but at 20 days it extracts meaningful directional structure that simpler models struggle to capture.</a:t>
            </a:r>
            <a:endParaRPr>
              <a:solidFill>
                <a:schemeClr val="dk1"/>
              </a:solidFill>
            </a:endParaRPr>
          </a:p>
          <a:p>
            <a:pPr indent="0" lvl="0" marL="0" rtl="0" algn="l">
              <a:lnSpc>
                <a:spcPct val="115000"/>
              </a:lnSpc>
              <a:spcBef>
                <a:spcPts val="1200"/>
              </a:spcBef>
              <a:spcAft>
                <a:spcPts val="0"/>
              </a:spcAft>
              <a:buClr>
                <a:schemeClr val="dk1"/>
              </a:buClr>
              <a:buSzPts val="1100"/>
              <a:buFont typeface="Arial"/>
              <a:buNone/>
            </a:pPr>
            <a:r>
              <a:rPr lang="en">
                <a:solidFill>
                  <a:schemeClr val="dk1"/>
                </a:solidFill>
              </a:rPr>
              <a:t>It suggests that temporal patterns - not just static lag relationships - may matter for medium-term oil return forecasting.</a:t>
            </a:r>
            <a:endParaRPr>
              <a:solidFill>
                <a:schemeClr val="dk1"/>
              </a:solidFill>
            </a:endParaRPr>
          </a:p>
          <a:p>
            <a:pPr indent="0" lvl="0" marL="0" rtl="0" algn="l">
              <a:spcBef>
                <a:spcPts val="1200"/>
              </a:spcBef>
              <a:spcAft>
                <a:spcPts val="0"/>
              </a:spcAft>
              <a:buNone/>
            </a:pPr>
            <a:r>
              <a:t/>
            </a:r>
            <a:endParaRPr/>
          </a:p>
        </p:txBody>
      </p:sp>
    </p:spTree>
  </p:cSld>
  <p:clrMapOvr>
    <a:masterClrMapping/>
  </p:clrMapOvr>
</p:notes>
</file>

<file path=ppt/notesSlides/notesSlide6.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159" name="Shape 159"/>
        <p:cNvGrpSpPr/>
        <p:nvPr/>
      </p:nvGrpSpPr>
      <p:grpSpPr>
        <a:xfrm>
          <a:off x="0" y="0"/>
          <a:ext cx="0" cy="0"/>
          <a:chOff x="0" y="0"/>
          <a:chExt cx="0" cy="0"/>
        </a:xfrm>
      </p:grpSpPr>
      <p:sp>
        <p:nvSpPr>
          <p:cNvPr id="160" name="Google Shape;160;g3caf79d1b90_0_366:notes"/>
          <p:cNvSpPr/>
          <p:nvPr>
            <p:ph idx="2" type="sldImg"/>
          </p:nvPr>
        </p:nvSpPr>
        <p:spPr>
          <a:xfrm>
            <a:off x="381300" y="685800"/>
            <a:ext cx="6096000" cy="3429000"/>
          </a:xfrm>
          <a:custGeom>
            <a:rect b="b" l="l" r="r" t="t"/>
            <a:pathLst>
              <a:path extrusionOk="0" h="120000" w="120000">
                <a:moveTo>
                  <a:pt x="0" y="0"/>
                </a:moveTo>
                <a:lnTo>
                  <a:pt x="120000" y="0"/>
                </a:lnTo>
                <a:lnTo>
                  <a:pt x="120000" y="120000"/>
                </a:lnTo>
                <a:lnTo>
                  <a:pt x="0" y="120000"/>
                </a:lnTo>
                <a:close/>
              </a:path>
            </a:pathLst>
          </a:custGeom>
        </p:spPr>
      </p:sp>
      <p:sp>
        <p:nvSpPr>
          <p:cNvPr id="161" name="Google Shape;161;g3caf79d1b90_0_366: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lnSpc>
                <a:spcPct val="115000"/>
              </a:lnSpc>
              <a:spcBef>
                <a:spcPts val="1200"/>
              </a:spcBef>
              <a:spcAft>
                <a:spcPts val="0"/>
              </a:spcAft>
              <a:buClr>
                <a:schemeClr val="dk1"/>
              </a:buClr>
              <a:buSzPts val="1100"/>
              <a:buFont typeface="Arial"/>
              <a:buNone/>
            </a:pPr>
            <a:r>
              <a:rPr lang="en">
                <a:solidFill>
                  <a:schemeClr val="dk1"/>
                </a:solidFill>
              </a:rPr>
              <a:t>This slide compares all four models across the three forecast horizons.</a:t>
            </a:r>
            <a:endParaRPr>
              <a:solidFill>
                <a:schemeClr val="dk1"/>
              </a:solidFill>
            </a:endParaRPr>
          </a:p>
          <a:p>
            <a:pPr indent="0" lvl="0" marL="0" rtl="0" algn="l">
              <a:lnSpc>
                <a:spcPct val="115000"/>
              </a:lnSpc>
              <a:spcBef>
                <a:spcPts val="1200"/>
              </a:spcBef>
              <a:spcAft>
                <a:spcPts val="0"/>
              </a:spcAft>
              <a:buClr>
                <a:schemeClr val="dk1"/>
              </a:buClr>
              <a:buSzPts val="1100"/>
              <a:buFont typeface="Arial"/>
              <a:buNone/>
            </a:pPr>
            <a:r>
              <a:rPr lang="en">
                <a:solidFill>
                  <a:schemeClr val="dk1"/>
                </a:solidFill>
              </a:rPr>
              <a:t>The first big takeaway is that </a:t>
            </a:r>
            <a:r>
              <a:rPr b="1" lang="en">
                <a:solidFill>
                  <a:schemeClr val="dk1"/>
                </a:solidFill>
              </a:rPr>
              <a:t>short-horizon forecasting is extremely difficult</a:t>
            </a:r>
            <a:r>
              <a:rPr lang="en">
                <a:solidFill>
                  <a:schemeClr val="dk1"/>
                </a:solidFill>
              </a:rPr>
              <a:t>.</a:t>
            </a:r>
            <a:endParaRPr>
              <a:solidFill>
                <a:schemeClr val="dk1"/>
              </a:solidFill>
            </a:endParaRPr>
          </a:p>
          <a:p>
            <a:pPr indent="0" lvl="0" marL="0" rtl="0" algn="l">
              <a:lnSpc>
                <a:spcPct val="115000"/>
              </a:lnSpc>
              <a:spcBef>
                <a:spcPts val="1200"/>
              </a:spcBef>
              <a:spcAft>
                <a:spcPts val="0"/>
              </a:spcAft>
              <a:buClr>
                <a:schemeClr val="dk1"/>
              </a:buClr>
              <a:buSzPts val="1100"/>
              <a:buFont typeface="Arial"/>
              <a:buNone/>
            </a:pPr>
            <a:r>
              <a:rPr lang="en">
                <a:solidFill>
                  <a:schemeClr val="dk1"/>
                </a:solidFill>
              </a:rPr>
              <a:t>At the 1-day horizon, every model performs almost identically to the naive benchmark. RMSE differences are tiny, R² is near zero or slightly negative, and directional accuracy stays around 50%. That tells us daily oil returns are largely noise.</a:t>
            </a:r>
            <a:endParaRPr>
              <a:solidFill>
                <a:schemeClr val="dk1"/>
              </a:solidFill>
            </a:endParaRPr>
          </a:p>
          <a:p>
            <a:pPr indent="0" lvl="0" marL="0" rtl="0" algn="l">
              <a:lnSpc>
                <a:spcPct val="115000"/>
              </a:lnSpc>
              <a:spcBef>
                <a:spcPts val="1200"/>
              </a:spcBef>
              <a:spcAft>
                <a:spcPts val="0"/>
              </a:spcAft>
              <a:buClr>
                <a:schemeClr val="dk1"/>
              </a:buClr>
              <a:buSzPts val="1100"/>
              <a:buFont typeface="Arial"/>
              <a:buNone/>
            </a:pPr>
            <a:r>
              <a:rPr lang="en">
                <a:solidFill>
                  <a:schemeClr val="dk1"/>
                </a:solidFill>
              </a:rPr>
              <a:t>At the 5-day horizon, we see slight variation across models, but still no dramatic improvement in error metrics. Directional accuracy begins to separate slightly, especially for XGBoost, but the gains remain modest.</a:t>
            </a:r>
            <a:endParaRPr>
              <a:solidFill>
                <a:schemeClr val="dk1"/>
              </a:solidFill>
            </a:endParaRPr>
          </a:p>
          <a:p>
            <a:pPr indent="0" lvl="0" marL="0" rtl="0" algn="l">
              <a:lnSpc>
                <a:spcPct val="115000"/>
              </a:lnSpc>
              <a:spcBef>
                <a:spcPts val="1200"/>
              </a:spcBef>
              <a:spcAft>
                <a:spcPts val="0"/>
              </a:spcAft>
              <a:buClr>
                <a:schemeClr val="dk1"/>
              </a:buClr>
              <a:buSzPts val="1100"/>
              <a:buFont typeface="Arial"/>
              <a:buNone/>
            </a:pPr>
            <a:r>
              <a:rPr lang="en">
                <a:solidFill>
                  <a:schemeClr val="dk1"/>
                </a:solidFill>
              </a:rPr>
              <a:t>The most interesting results occur at the </a:t>
            </a:r>
            <a:r>
              <a:rPr b="1" lang="en">
                <a:solidFill>
                  <a:schemeClr val="dk1"/>
                </a:solidFill>
              </a:rPr>
              <a:t>20-day horizon</a:t>
            </a:r>
            <a:r>
              <a:rPr lang="en">
                <a:solidFill>
                  <a:schemeClr val="dk1"/>
                </a:solidFill>
              </a:rPr>
              <a:t>.</a:t>
            </a:r>
            <a:endParaRPr>
              <a:solidFill>
                <a:schemeClr val="dk1"/>
              </a:solidFill>
            </a:endParaRPr>
          </a:p>
          <a:p>
            <a:pPr indent="0" lvl="0" marL="0" rtl="0" algn="l">
              <a:lnSpc>
                <a:spcPct val="115000"/>
              </a:lnSpc>
              <a:spcBef>
                <a:spcPts val="1200"/>
              </a:spcBef>
              <a:spcAft>
                <a:spcPts val="0"/>
              </a:spcAft>
              <a:buClr>
                <a:schemeClr val="dk1"/>
              </a:buClr>
              <a:buSzPts val="1100"/>
              <a:buFont typeface="Arial"/>
              <a:buNone/>
            </a:pPr>
            <a:r>
              <a:rPr lang="en">
                <a:solidFill>
                  <a:schemeClr val="dk1"/>
                </a:solidFill>
              </a:rPr>
              <a:t>Here, two nonlinear models stand out:</a:t>
            </a:r>
            <a:endParaRPr>
              <a:solidFill>
                <a:schemeClr val="dk1"/>
              </a:solidFill>
            </a:endParaRPr>
          </a:p>
          <a:p>
            <a:pPr indent="-298450" lvl="0" marL="457200" rtl="0" algn="l">
              <a:lnSpc>
                <a:spcPct val="115000"/>
              </a:lnSpc>
              <a:spcBef>
                <a:spcPts val="1200"/>
              </a:spcBef>
              <a:spcAft>
                <a:spcPts val="0"/>
              </a:spcAft>
              <a:buClr>
                <a:schemeClr val="dk1"/>
              </a:buClr>
              <a:buSzPts val="1100"/>
              <a:buChar char="●"/>
            </a:pPr>
            <a:r>
              <a:rPr b="1" lang="en">
                <a:solidFill>
                  <a:schemeClr val="dk1"/>
                </a:solidFill>
              </a:rPr>
              <a:t>XGBoost</a:t>
            </a:r>
            <a:r>
              <a:rPr lang="en">
                <a:solidFill>
                  <a:schemeClr val="dk1"/>
                </a:solidFill>
              </a:rPr>
              <a:t> achieves directional accuracy of about </a:t>
            </a:r>
            <a:r>
              <a:rPr b="1" lang="en">
                <a:solidFill>
                  <a:schemeClr val="dk1"/>
                </a:solidFill>
              </a:rPr>
              <a:t>68%</a:t>
            </a:r>
            <a:br>
              <a:rPr b="1" lang="en">
                <a:solidFill>
                  <a:schemeClr val="dk1"/>
                </a:solidFill>
              </a:rPr>
            </a:br>
            <a:endParaRPr b="1">
              <a:solidFill>
                <a:schemeClr val="dk1"/>
              </a:solidFill>
            </a:endParaRPr>
          </a:p>
          <a:p>
            <a:pPr indent="-298450" lvl="0" marL="457200" rtl="0" algn="l">
              <a:lnSpc>
                <a:spcPct val="115000"/>
              </a:lnSpc>
              <a:spcBef>
                <a:spcPts val="0"/>
              </a:spcBef>
              <a:spcAft>
                <a:spcPts val="0"/>
              </a:spcAft>
              <a:buClr>
                <a:schemeClr val="dk1"/>
              </a:buClr>
              <a:buSzPts val="1100"/>
              <a:buChar char="●"/>
            </a:pPr>
            <a:r>
              <a:rPr b="1" lang="en">
                <a:solidFill>
                  <a:schemeClr val="dk1"/>
                </a:solidFill>
              </a:rPr>
              <a:t>LSTM</a:t>
            </a:r>
            <a:r>
              <a:rPr lang="en">
                <a:solidFill>
                  <a:schemeClr val="dk1"/>
                </a:solidFill>
              </a:rPr>
              <a:t> also reaches about </a:t>
            </a:r>
            <a:r>
              <a:rPr b="1" lang="en">
                <a:solidFill>
                  <a:schemeClr val="dk1"/>
                </a:solidFill>
              </a:rPr>
              <a:t>68% on the test set</a:t>
            </a:r>
            <a:br>
              <a:rPr b="1" lang="en">
                <a:solidFill>
                  <a:schemeClr val="dk1"/>
                </a:solidFill>
              </a:rPr>
            </a:br>
            <a:endParaRPr b="1">
              <a:solidFill>
                <a:schemeClr val="dk1"/>
              </a:solidFill>
            </a:endParaRPr>
          </a:p>
          <a:p>
            <a:pPr indent="0" lvl="0" marL="0" rtl="0" algn="l">
              <a:lnSpc>
                <a:spcPct val="115000"/>
              </a:lnSpc>
              <a:spcBef>
                <a:spcPts val="1200"/>
              </a:spcBef>
              <a:spcAft>
                <a:spcPts val="0"/>
              </a:spcAft>
              <a:buClr>
                <a:schemeClr val="dk1"/>
              </a:buClr>
              <a:buSzPts val="1100"/>
              <a:buFont typeface="Arial"/>
              <a:buNone/>
            </a:pPr>
            <a:r>
              <a:rPr lang="en">
                <a:solidFill>
                  <a:schemeClr val="dk1"/>
                </a:solidFill>
              </a:rPr>
              <a:t>Meanwhile, Elastic Net and VAR remain near or below the naive benchmark.</a:t>
            </a:r>
            <a:endParaRPr>
              <a:solidFill>
                <a:schemeClr val="dk1"/>
              </a:solidFill>
            </a:endParaRPr>
          </a:p>
          <a:p>
            <a:pPr indent="0" lvl="0" marL="0" rtl="0" algn="l">
              <a:lnSpc>
                <a:spcPct val="115000"/>
              </a:lnSpc>
              <a:spcBef>
                <a:spcPts val="1200"/>
              </a:spcBef>
              <a:spcAft>
                <a:spcPts val="0"/>
              </a:spcAft>
              <a:buClr>
                <a:schemeClr val="dk1"/>
              </a:buClr>
              <a:buSzPts val="1100"/>
              <a:buFont typeface="Arial"/>
              <a:buNone/>
            </a:pPr>
            <a:r>
              <a:rPr lang="en">
                <a:solidFill>
                  <a:schemeClr val="dk1"/>
                </a:solidFill>
              </a:rPr>
              <a:t>Importantly, R² is still negative for most models, which is typical in return forecasting. But directional accuracy improves meaningfully at the longer horizon for nonlinear models.</a:t>
            </a:r>
            <a:endParaRPr>
              <a:solidFill>
                <a:schemeClr val="dk1"/>
              </a:solidFill>
            </a:endParaRPr>
          </a:p>
          <a:p>
            <a:pPr indent="0" lvl="0" marL="0" rtl="0" algn="l">
              <a:lnSpc>
                <a:spcPct val="115000"/>
              </a:lnSpc>
              <a:spcBef>
                <a:spcPts val="1200"/>
              </a:spcBef>
              <a:spcAft>
                <a:spcPts val="0"/>
              </a:spcAft>
              <a:buClr>
                <a:schemeClr val="dk1"/>
              </a:buClr>
              <a:buSzPts val="1100"/>
              <a:buFont typeface="Arial"/>
              <a:buNone/>
            </a:pPr>
            <a:r>
              <a:rPr lang="en">
                <a:solidFill>
                  <a:schemeClr val="dk1"/>
                </a:solidFill>
              </a:rPr>
              <a:t>So the pattern is clear:</a:t>
            </a:r>
            <a:endParaRPr>
              <a:solidFill>
                <a:schemeClr val="dk1"/>
              </a:solidFill>
            </a:endParaRPr>
          </a:p>
          <a:p>
            <a:pPr indent="-298450" lvl="0" marL="457200" rtl="0" algn="l">
              <a:lnSpc>
                <a:spcPct val="115000"/>
              </a:lnSpc>
              <a:spcBef>
                <a:spcPts val="1200"/>
              </a:spcBef>
              <a:spcAft>
                <a:spcPts val="0"/>
              </a:spcAft>
              <a:buClr>
                <a:schemeClr val="dk1"/>
              </a:buClr>
              <a:buSzPts val="1100"/>
              <a:buChar char="●"/>
            </a:pPr>
            <a:r>
              <a:rPr lang="en">
                <a:solidFill>
                  <a:schemeClr val="dk1"/>
                </a:solidFill>
              </a:rPr>
              <a:t>Linear structure alone is weak</a:t>
            </a:r>
            <a:br>
              <a:rPr lang="en">
                <a:solidFill>
                  <a:schemeClr val="dk1"/>
                </a:solidFill>
              </a:rPr>
            </a:br>
            <a:endParaRPr>
              <a:solidFill>
                <a:schemeClr val="dk1"/>
              </a:solidFill>
            </a:endParaRPr>
          </a:p>
          <a:p>
            <a:pPr indent="-298450" lvl="0" marL="457200" rtl="0" algn="l">
              <a:lnSpc>
                <a:spcPct val="115000"/>
              </a:lnSpc>
              <a:spcBef>
                <a:spcPts val="0"/>
              </a:spcBef>
              <a:spcAft>
                <a:spcPts val="0"/>
              </a:spcAft>
              <a:buClr>
                <a:schemeClr val="dk1"/>
              </a:buClr>
              <a:buSzPts val="1100"/>
              <a:buChar char="●"/>
            </a:pPr>
            <a:r>
              <a:rPr lang="en">
                <a:solidFill>
                  <a:schemeClr val="dk1"/>
                </a:solidFill>
              </a:rPr>
              <a:t>Dynamic linear systems help slightly but remain limited</a:t>
            </a:r>
            <a:br>
              <a:rPr lang="en">
                <a:solidFill>
                  <a:schemeClr val="dk1"/>
                </a:solidFill>
              </a:rPr>
            </a:br>
            <a:endParaRPr>
              <a:solidFill>
                <a:schemeClr val="dk1"/>
              </a:solidFill>
            </a:endParaRPr>
          </a:p>
          <a:p>
            <a:pPr indent="-298450" lvl="0" marL="457200" rtl="0" algn="l">
              <a:lnSpc>
                <a:spcPct val="115000"/>
              </a:lnSpc>
              <a:spcBef>
                <a:spcPts val="0"/>
              </a:spcBef>
              <a:spcAft>
                <a:spcPts val="0"/>
              </a:spcAft>
              <a:buClr>
                <a:schemeClr val="dk1"/>
              </a:buClr>
              <a:buSzPts val="1100"/>
              <a:buChar char="●"/>
            </a:pPr>
            <a:r>
              <a:rPr lang="en">
                <a:solidFill>
                  <a:schemeClr val="dk1"/>
                </a:solidFill>
              </a:rPr>
              <a:t>Nonlinear models begin extracting signal at longer horizons</a:t>
            </a:r>
            <a:br>
              <a:rPr lang="en">
                <a:solidFill>
                  <a:schemeClr val="dk1"/>
                </a:solidFill>
              </a:rPr>
            </a:br>
            <a:endParaRPr>
              <a:solidFill>
                <a:schemeClr val="dk1"/>
              </a:solidFill>
            </a:endParaRPr>
          </a:p>
          <a:p>
            <a:pPr indent="0" lvl="0" marL="0" rtl="0" algn="l">
              <a:lnSpc>
                <a:spcPct val="115000"/>
              </a:lnSpc>
              <a:spcBef>
                <a:spcPts val="1200"/>
              </a:spcBef>
              <a:spcAft>
                <a:spcPts val="0"/>
              </a:spcAft>
              <a:buClr>
                <a:schemeClr val="dk1"/>
              </a:buClr>
              <a:buSzPts val="1100"/>
              <a:buFont typeface="Arial"/>
              <a:buNone/>
            </a:pPr>
            <a:r>
              <a:rPr lang="en">
                <a:solidFill>
                  <a:schemeClr val="dk1"/>
                </a:solidFill>
              </a:rPr>
              <a:t>That suggests that if predictability exists, it is likely </a:t>
            </a:r>
            <a:r>
              <a:rPr b="1" lang="en">
                <a:solidFill>
                  <a:schemeClr val="dk1"/>
                </a:solidFill>
              </a:rPr>
              <a:t>nonlinear and medium-term</a:t>
            </a:r>
            <a:r>
              <a:rPr lang="en">
                <a:solidFill>
                  <a:schemeClr val="dk1"/>
                </a:solidFill>
              </a:rPr>
              <a:t>, rather than short-term and linear.</a:t>
            </a:r>
            <a:endParaRPr>
              <a:solidFill>
                <a:schemeClr val="dk1"/>
              </a:solidFill>
            </a:endParaRPr>
          </a:p>
          <a:p>
            <a:pPr indent="0" lvl="0" marL="0" rtl="0" algn="l">
              <a:lnSpc>
                <a:spcPct val="115000"/>
              </a:lnSpc>
              <a:spcBef>
                <a:spcPts val="1200"/>
              </a:spcBef>
              <a:spcAft>
                <a:spcPts val="0"/>
              </a:spcAft>
              <a:buClr>
                <a:schemeClr val="dk1"/>
              </a:buClr>
              <a:buSzPts val="1100"/>
              <a:buFont typeface="Arial"/>
              <a:buNone/>
            </a:pPr>
            <a:r>
              <a:rPr lang="en">
                <a:solidFill>
                  <a:schemeClr val="dk1"/>
                </a:solidFill>
              </a:rPr>
              <a:t>Overall, the differences in RMSE are small - which is typical for commodity return forecasting - but directional performance at 20 days indicates some economically meaningful structure may exist.</a:t>
            </a:r>
            <a:endParaRPr>
              <a:solidFill>
                <a:schemeClr val="dk1"/>
              </a:solidFill>
            </a:endParaRPr>
          </a:p>
          <a:p>
            <a:pPr indent="0" lvl="0" marL="0" rtl="0" algn="l">
              <a:lnSpc>
                <a:spcPct val="115000"/>
              </a:lnSpc>
              <a:spcBef>
                <a:spcPts val="1200"/>
              </a:spcBef>
              <a:spcAft>
                <a:spcPts val="0"/>
              </a:spcAft>
              <a:buClr>
                <a:schemeClr val="dk1"/>
              </a:buClr>
              <a:buSzPts val="1100"/>
              <a:buFont typeface="Arial"/>
              <a:buNone/>
            </a:pPr>
            <a:r>
              <a:rPr lang="en">
                <a:solidFill>
                  <a:schemeClr val="dk1"/>
                </a:solidFill>
              </a:rPr>
              <a:t>The key conclusion is not that oil is “predictable,” but that any predictive signal appears weak, nonlinear, and horizon-dependent.</a:t>
            </a:r>
            <a:endParaRPr>
              <a:solidFill>
                <a:schemeClr val="dk1"/>
              </a:solidFill>
            </a:endParaRPr>
          </a:p>
          <a:p>
            <a:pPr indent="0" lvl="0" marL="0" rtl="0" algn="l">
              <a:spcBef>
                <a:spcPts val="1200"/>
              </a:spcBef>
              <a:spcAft>
                <a:spcPts val="0"/>
              </a:spcAft>
              <a:buNone/>
            </a:pPr>
            <a:r>
              <a:t/>
            </a:r>
            <a:endParaRPr/>
          </a:p>
        </p:txBody>
      </p:sp>
    </p:spTree>
  </p:cSld>
  <p:clrMapOvr>
    <a:masterClrMapping/>
  </p:clrMapOvr>
</p:note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8.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9.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0.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Title slide" type="title">
  <p:cSld name="TITLE">
    <p:spTree>
      <p:nvGrpSpPr>
        <p:cNvPr id="9" name="Shape 9"/>
        <p:cNvGrpSpPr/>
        <p:nvPr/>
      </p:nvGrpSpPr>
      <p:grpSpPr>
        <a:xfrm>
          <a:off x="0" y="0"/>
          <a:ext cx="0" cy="0"/>
          <a:chOff x="0" y="0"/>
          <a:chExt cx="0" cy="0"/>
        </a:xfrm>
      </p:grpSpPr>
      <p:sp>
        <p:nvSpPr>
          <p:cNvPr id="10" name="Google Shape;10;p2"/>
          <p:cNvSpPr txBox="1"/>
          <p:nvPr>
            <p:ph type="ctrTitle"/>
          </p:nvPr>
        </p:nvSpPr>
        <p:spPr>
          <a:xfrm>
            <a:off x="311708" y="744575"/>
            <a:ext cx="8520600" cy="2052600"/>
          </a:xfrm>
          <a:prstGeom prst="rect">
            <a:avLst/>
          </a:prstGeom>
        </p:spPr>
        <p:txBody>
          <a:bodyPr anchorCtr="0" anchor="b" bIns="91425" lIns="91425" spcFirstLastPara="1" rIns="91425" wrap="square" tIns="91425">
            <a:normAutofit/>
          </a:bodyPr>
          <a:lstStyle>
            <a:lvl1pPr lvl="0" algn="ctr">
              <a:spcBef>
                <a:spcPts val="0"/>
              </a:spcBef>
              <a:spcAft>
                <a:spcPts val="0"/>
              </a:spcAft>
              <a:buSzPts val="5200"/>
              <a:buNone/>
              <a:defRPr sz="5200"/>
            </a:lvl1pPr>
            <a:lvl2pPr lvl="1" algn="ctr">
              <a:spcBef>
                <a:spcPts val="0"/>
              </a:spcBef>
              <a:spcAft>
                <a:spcPts val="0"/>
              </a:spcAft>
              <a:buSzPts val="5200"/>
              <a:buNone/>
              <a:defRPr sz="5200"/>
            </a:lvl2pPr>
            <a:lvl3pPr lvl="2" algn="ctr">
              <a:spcBef>
                <a:spcPts val="0"/>
              </a:spcBef>
              <a:spcAft>
                <a:spcPts val="0"/>
              </a:spcAft>
              <a:buSzPts val="5200"/>
              <a:buNone/>
              <a:defRPr sz="5200"/>
            </a:lvl3pPr>
            <a:lvl4pPr lvl="3" algn="ctr">
              <a:spcBef>
                <a:spcPts val="0"/>
              </a:spcBef>
              <a:spcAft>
                <a:spcPts val="0"/>
              </a:spcAft>
              <a:buSzPts val="5200"/>
              <a:buNone/>
              <a:defRPr sz="5200"/>
            </a:lvl4pPr>
            <a:lvl5pPr lvl="4" algn="ctr">
              <a:spcBef>
                <a:spcPts val="0"/>
              </a:spcBef>
              <a:spcAft>
                <a:spcPts val="0"/>
              </a:spcAft>
              <a:buSzPts val="5200"/>
              <a:buNone/>
              <a:defRPr sz="5200"/>
            </a:lvl5pPr>
            <a:lvl6pPr lvl="5" algn="ctr">
              <a:spcBef>
                <a:spcPts val="0"/>
              </a:spcBef>
              <a:spcAft>
                <a:spcPts val="0"/>
              </a:spcAft>
              <a:buSzPts val="5200"/>
              <a:buNone/>
              <a:defRPr sz="5200"/>
            </a:lvl6pPr>
            <a:lvl7pPr lvl="6" algn="ctr">
              <a:spcBef>
                <a:spcPts val="0"/>
              </a:spcBef>
              <a:spcAft>
                <a:spcPts val="0"/>
              </a:spcAft>
              <a:buSzPts val="5200"/>
              <a:buNone/>
              <a:defRPr sz="5200"/>
            </a:lvl7pPr>
            <a:lvl8pPr lvl="7" algn="ctr">
              <a:spcBef>
                <a:spcPts val="0"/>
              </a:spcBef>
              <a:spcAft>
                <a:spcPts val="0"/>
              </a:spcAft>
              <a:buSzPts val="5200"/>
              <a:buNone/>
              <a:defRPr sz="5200"/>
            </a:lvl8pPr>
            <a:lvl9pPr lvl="8" algn="ctr">
              <a:spcBef>
                <a:spcPts val="0"/>
              </a:spcBef>
              <a:spcAft>
                <a:spcPts val="0"/>
              </a:spcAft>
              <a:buSzPts val="5200"/>
              <a:buNone/>
              <a:defRPr sz="5200"/>
            </a:lvl9pPr>
          </a:lstStyle>
          <a:p/>
        </p:txBody>
      </p:sp>
      <p:sp>
        <p:nvSpPr>
          <p:cNvPr id="11" name="Google Shape;11;p2"/>
          <p:cNvSpPr txBox="1"/>
          <p:nvPr>
            <p:ph idx="1" type="subTitle"/>
          </p:nvPr>
        </p:nvSpPr>
        <p:spPr>
          <a:xfrm>
            <a:off x="311700" y="2834125"/>
            <a:ext cx="8520600" cy="792600"/>
          </a:xfrm>
          <a:prstGeom prst="rect">
            <a:avLst/>
          </a:prstGeom>
        </p:spPr>
        <p:txBody>
          <a:bodyPr anchorCtr="0" anchor="t" bIns="91425" lIns="91425" spcFirstLastPara="1" rIns="91425" wrap="square" tIns="91425">
            <a:normAutofit/>
          </a:bodyPr>
          <a:lstStyle>
            <a:lvl1pPr lvl="0" algn="ctr">
              <a:lnSpc>
                <a:spcPct val="100000"/>
              </a:lnSpc>
              <a:spcBef>
                <a:spcPts val="0"/>
              </a:spcBef>
              <a:spcAft>
                <a:spcPts val="0"/>
              </a:spcAft>
              <a:buSzPts val="2800"/>
              <a:buNone/>
              <a:defRPr sz="2800"/>
            </a:lvl1pPr>
            <a:lvl2pPr lvl="1" algn="ctr">
              <a:lnSpc>
                <a:spcPct val="100000"/>
              </a:lnSpc>
              <a:spcBef>
                <a:spcPts val="0"/>
              </a:spcBef>
              <a:spcAft>
                <a:spcPts val="0"/>
              </a:spcAft>
              <a:buSzPts val="2800"/>
              <a:buNone/>
              <a:defRPr sz="2800"/>
            </a:lvl2pPr>
            <a:lvl3pPr lvl="2" algn="ctr">
              <a:lnSpc>
                <a:spcPct val="100000"/>
              </a:lnSpc>
              <a:spcBef>
                <a:spcPts val="0"/>
              </a:spcBef>
              <a:spcAft>
                <a:spcPts val="0"/>
              </a:spcAft>
              <a:buSzPts val="2800"/>
              <a:buNone/>
              <a:defRPr sz="2800"/>
            </a:lvl3pPr>
            <a:lvl4pPr lvl="3" algn="ctr">
              <a:lnSpc>
                <a:spcPct val="100000"/>
              </a:lnSpc>
              <a:spcBef>
                <a:spcPts val="0"/>
              </a:spcBef>
              <a:spcAft>
                <a:spcPts val="0"/>
              </a:spcAft>
              <a:buSzPts val="2800"/>
              <a:buNone/>
              <a:defRPr sz="2800"/>
            </a:lvl4pPr>
            <a:lvl5pPr lvl="4" algn="ctr">
              <a:lnSpc>
                <a:spcPct val="100000"/>
              </a:lnSpc>
              <a:spcBef>
                <a:spcPts val="0"/>
              </a:spcBef>
              <a:spcAft>
                <a:spcPts val="0"/>
              </a:spcAft>
              <a:buSzPts val="2800"/>
              <a:buNone/>
              <a:defRPr sz="2800"/>
            </a:lvl5pPr>
            <a:lvl6pPr lvl="5" algn="ctr">
              <a:lnSpc>
                <a:spcPct val="100000"/>
              </a:lnSpc>
              <a:spcBef>
                <a:spcPts val="0"/>
              </a:spcBef>
              <a:spcAft>
                <a:spcPts val="0"/>
              </a:spcAft>
              <a:buSzPts val="2800"/>
              <a:buNone/>
              <a:defRPr sz="2800"/>
            </a:lvl6pPr>
            <a:lvl7pPr lvl="6" algn="ctr">
              <a:lnSpc>
                <a:spcPct val="100000"/>
              </a:lnSpc>
              <a:spcBef>
                <a:spcPts val="0"/>
              </a:spcBef>
              <a:spcAft>
                <a:spcPts val="0"/>
              </a:spcAft>
              <a:buSzPts val="2800"/>
              <a:buNone/>
              <a:defRPr sz="2800"/>
            </a:lvl7pPr>
            <a:lvl8pPr lvl="7" algn="ctr">
              <a:lnSpc>
                <a:spcPct val="100000"/>
              </a:lnSpc>
              <a:spcBef>
                <a:spcPts val="0"/>
              </a:spcBef>
              <a:spcAft>
                <a:spcPts val="0"/>
              </a:spcAft>
              <a:buSzPts val="2800"/>
              <a:buNone/>
              <a:defRPr sz="2800"/>
            </a:lvl8pPr>
            <a:lvl9pPr lvl="8" algn="ctr">
              <a:lnSpc>
                <a:spcPct val="100000"/>
              </a:lnSpc>
              <a:spcBef>
                <a:spcPts val="0"/>
              </a:spcBef>
              <a:spcAft>
                <a:spcPts val="0"/>
              </a:spcAft>
              <a:buSzPts val="2800"/>
              <a:buNone/>
              <a:defRPr sz="2800"/>
            </a:lvl9pPr>
          </a:lstStyle>
          <a:p/>
        </p:txBody>
      </p:sp>
      <p:sp>
        <p:nvSpPr>
          <p:cNvPr id="12" name="Google Shape;12;p2"/>
          <p:cNvSpPr txBox="1"/>
          <p:nvPr>
            <p:ph idx="12" type="sldNum"/>
          </p:nvPr>
        </p:nvSpPr>
        <p:spPr>
          <a:xfrm>
            <a:off x="8472458" y="4663217"/>
            <a:ext cx="548700" cy="393600"/>
          </a:xfrm>
          <a:prstGeom prst="rect">
            <a:avLst/>
          </a:prstGeom>
        </p:spPr>
        <p:txBody>
          <a:bodyPr anchorCtr="0" anchor="ctr" bIns="91425" lIns="91425" spcFirstLastPara="1" rIns="91425" wrap="square" tIns="91425">
            <a:normAutofit/>
          </a:bodyPr>
          <a:lstStyle>
            <a:lvl1pPr lvl="0">
              <a:buNone/>
              <a:defRPr/>
            </a:lvl1pPr>
            <a:lvl2pPr lvl="1">
              <a:buNone/>
              <a:defRPr/>
            </a:lvl2pPr>
            <a:lvl3pPr lvl="2">
              <a:buNone/>
              <a:defRPr/>
            </a:lvl3pPr>
            <a:lvl4pPr lvl="3">
              <a:buNone/>
              <a:defRPr/>
            </a:lvl4pPr>
            <a:lvl5pPr lvl="4">
              <a:buNone/>
              <a:defRPr/>
            </a:lvl5pPr>
            <a:lvl6pPr lvl="5">
              <a:buNone/>
              <a:defRPr/>
            </a:lvl6pPr>
            <a:lvl7pPr lvl="6">
              <a:buNone/>
              <a:defRPr/>
            </a:lvl7pPr>
            <a:lvl8pPr lvl="7">
              <a:buNone/>
              <a:defRPr/>
            </a:lvl8pPr>
            <a:lvl9pPr lvl="8">
              <a:buNone/>
              <a:defRPr/>
            </a:lvl9pPr>
          </a:lstStyle>
          <a:p>
            <a:pPr indent="0" lvl="0" marL="0" rtl="0" algn="r">
              <a:spcBef>
                <a:spcPts val="0"/>
              </a:spcBef>
              <a:spcAft>
                <a:spcPts val="0"/>
              </a:spcAft>
              <a:buNone/>
            </a:pPr>
            <a:fld id="{00000000-1234-1234-1234-123412341234}" type="slidenum">
              <a:rPr lang="en"/>
              <a:t>‹#›</a:t>
            </a:fld>
            <a:endParaRPr/>
          </a:p>
        </p:txBody>
      </p:sp>
    </p:spTree>
  </p:cSld>
  <p:clrMapOvr>
    <a:masterClrMapping/>
  </p:clrMapOvr>
</p:sldLayout>
</file>

<file path=ppt/slideLayouts/slideLayout2.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Section header" type="secHead">
  <p:cSld name="SECTION_HEADER">
    <p:spTree>
      <p:nvGrpSpPr>
        <p:cNvPr id="13" name="Shape 13"/>
        <p:cNvGrpSpPr/>
        <p:nvPr/>
      </p:nvGrpSpPr>
      <p:grpSpPr>
        <a:xfrm>
          <a:off x="0" y="0"/>
          <a:ext cx="0" cy="0"/>
          <a:chOff x="0" y="0"/>
          <a:chExt cx="0" cy="0"/>
        </a:xfrm>
      </p:grpSpPr>
      <p:sp>
        <p:nvSpPr>
          <p:cNvPr id="14" name="Google Shape;14;p3"/>
          <p:cNvSpPr txBox="1"/>
          <p:nvPr>
            <p:ph type="title"/>
          </p:nvPr>
        </p:nvSpPr>
        <p:spPr>
          <a:xfrm>
            <a:off x="311700" y="2150850"/>
            <a:ext cx="8520600" cy="841800"/>
          </a:xfrm>
          <a:prstGeom prst="rect">
            <a:avLst/>
          </a:prstGeom>
        </p:spPr>
        <p:txBody>
          <a:bodyPr anchorCtr="0" anchor="ctr" bIns="91425" lIns="91425" spcFirstLastPara="1" rIns="91425" wrap="square" tIns="91425">
            <a:normAutofit/>
          </a:bodyPr>
          <a:lstStyle>
            <a:lvl1pPr lvl="0" algn="ctr">
              <a:spcBef>
                <a:spcPts val="0"/>
              </a:spcBef>
              <a:spcAft>
                <a:spcPts val="0"/>
              </a:spcAft>
              <a:buSzPts val="3600"/>
              <a:buNone/>
              <a:defRPr sz="3600"/>
            </a:lvl1pPr>
            <a:lvl2pPr lvl="1" algn="ctr">
              <a:spcBef>
                <a:spcPts val="0"/>
              </a:spcBef>
              <a:spcAft>
                <a:spcPts val="0"/>
              </a:spcAft>
              <a:buSzPts val="3600"/>
              <a:buNone/>
              <a:defRPr sz="3600"/>
            </a:lvl2pPr>
            <a:lvl3pPr lvl="2" algn="ctr">
              <a:spcBef>
                <a:spcPts val="0"/>
              </a:spcBef>
              <a:spcAft>
                <a:spcPts val="0"/>
              </a:spcAft>
              <a:buSzPts val="3600"/>
              <a:buNone/>
              <a:defRPr sz="3600"/>
            </a:lvl3pPr>
            <a:lvl4pPr lvl="3" algn="ctr">
              <a:spcBef>
                <a:spcPts val="0"/>
              </a:spcBef>
              <a:spcAft>
                <a:spcPts val="0"/>
              </a:spcAft>
              <a:buSzPts val="3600"/>
              <a:buNone/>
              <a:defRPr sz="3600"/>
            </a:lvl4pPr>
            <a:lvl5pPr lvl="4" algn="ctr">
              <a:spcBef>
                <a:spcPts val="0"/>
              </a:spcBef>
              <a:spcAft>
                <a:spcPts val="0"/>
              </a:spcAft>
              <a:buSzPts val="3600"/>
              <a:buNone/>
              <a:defRPr sz="3600"/>
            </a:lvl5pPr>
            <a:lvl6pPr lvl="5" algn="ctr">
              <a:spcBef>
                <a:spcPts val="0"/>
              </a:spcBef>
              <a:spcAft>
                <a:spcPts val="0"/>
              </a:spcAft>
              <a:buSzPts val="3600"/>
              <a:buNone/>
              <a:defRPr sz="3600"/>
            </a:lvl6pPr>
            <a:lvl7pPr lvl="6" algn="ctr">
              <a:spcBef>
                <a:spcPts val="0"/>
              </a:spcBef>
              <a:spcAft>
                <a:spcPts val="0"/>
              </a:spcAft>
              <a:buSzPts val="3600"/>
              <a:buNone/>
              <a:defRPr sz="3600"/>
            </a:lvl7pPr>
            <a:lvl8pPr lvl="7" algn="ctr">
              <a:spcBef>
                <a:spcPts val="0"/>
              </a:spcBef>
              <a:spcAft>
                <a:spcPts val="0"/>
              </a:spcAft>
              <a:buSzPts val="3600"/>
              <a:buNone/>
              <a:defRPr sz="3600"/>
            </a:lvl8pPr>
            <a:lvl9pPr lvl="8" algn="ctr">
              <a:spcBef>
                <a:spcPts val="0"/>
              </a:spcBef>
              <a:spcAft>
                <a:spcPts val="0"/>
              </a:spcAft>
              <a:buSzPts val="3600"/>
              <a:buNone/>
              <a:defRPr sz="3600"/>
            </a:lvl9pPr>
          </a:lstStyle>
          <a:p/>
        </p:txBody>
      </p:sp>
      <p:sp>
        <p:nvSpPr>
          <p:cNvPr id="15" name="Google Shape;15;p3"/>
          <p:cNvSpPr txBox="1"/>
          <p:nvPr>
            <p:ph idx="12" type="sldNum"/>
          </p:nvPr>
        </p:nvSpPr>
        <p:spPr>
          <a:xfrm>
            <a:off x="8472458" y="4663217"/>
            <a:ext cx="548700" cy="393600"/>
          </a:xfrm>
          <a:prstGeom prst="rect">
            <a:avLst/>
          </a:prstGeom>
        </p:spPr>
        <p:txBody>
          <a:bodyPr anchorCtr="0" anchor="ctr" bIns="91425" lIns="91425" spcFirstLastPara="1" rIns="91425" wrap="square" tIns="91425">
            <a:normAutofit/>
          </a:bodyPr>
          <a:lstStyle>
            <a:lvl1pPr lvl="0">
              <a:buNone/>
              <a:defRPr/>
            </a:lvl1pPr>
            <a:lvl2pPr lvl="1">
              <a:buNone/>
              <a:defRPr/>
            </a:lvl2pPr>
            <a:lvl3pPr lvl="2">
              <a:buNone/>
              <a:defRPr/>
            </a:lvl3pPr>
            <a:lvl4pPr lvl="3">
              <a:buNone/>
              <a:defRPr/>
            </a:lvl4pPr>
            <a:lvl5pPr lvl="4">
              <a:buNone/>
              <a:defRPr/>
            </a:lvl5pPr>
            <a:lvl6pPr lvl="5">
              <a:buNone/>
              <a:defRPr/>
            </a:lvl6pPr>
            <a:lvl7pPr lvl="6">
              <a:buNone/>
              <a:defRPr/>
            </a:lvl7pPr>
            <a:lvl8pPr lvl="7">
              <a:buNone/>
              <a:defRPr/>
            </a:lvl8pPr>
            <a:lvl9pPr lvl="8">
              <a:buNone/>
              <a:defRPr/>
            </a:lvl9pPr>
          </a:lstStyle>
          <a:p>
            <a:pPr indent="0" lvl="0" marL="0" rtl="0" algn="r">
              <a:spcBef>
                <a:spcPts val="0"/>
              </a:spcBef>
              <a:spcAft>
                <a:spcPts val="0"/>
              </a:spcAft>
              <a:buNone/>
            </a:pPr>
            <a:fld id="{00000000-1234-1234-1234-123412341234}" type="slidenum">
              <a:rPr lang="en"/>
              <a:t>‹#›</a:t>
            </a:fld>
            <a:endParaRPr/>
          </a:p>
        </p:txBody>
      </p:sp>
    </p:spTree>
  </p:cSld>
  <p:clrMapOvr>
    <a:masterClrMapping/>
  </p:clrMapOvr>
</p:sldLayout>
</file>

<file path=ppt/slideLayouts/slideLayout3.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Title and body" type="tx">
  <p:cSld name="TITLE_AND_BODY">
    <p:spTree>
      <p:nvGrpSpPr>
        <p:cNvPr id="16" name="Shape 16"/>
        <p:cNvGrpSpPr/>
        <p:nvPr/>
      </p:nvGrpSpPr>
      <p:grpSpPr>
        <a:xfrm>
          <a:off x="0" y="0"/>
          <a:ext cx="0" cy="0"/>
          <a:chOff x="0" y="0"/>
          <a:chExt cx="0" cy="0"/>
        </a:xfrm>
      </p:grpSpPr>
      <p:sp>
        <p:nvSpPr>
          <p:cNvPr id="17" name="Google Shape;17;p4"/>
          <p:cNvSpPr txBox="1"/>
          <p:nvPr>
            <p:ph type="title"/>
          </p:nvPr>
        </p:nvSpPr>
        <p:spPr>
          <a:xfrm>
            <a:off x="311700" y="445025"/>
            <a:ext cx="8520600" cy="572700"/>
          </a:xfrm>
          <a:prstGeom prst="rect">
            <a:avLst/>
          </a:prstGeom>
        </p:spPr>
        <p:txBody>
          <a:bodyPr anchorCtr="0" anchor="t" bIns="91425" lIns="91425" spcFirstLastPara="1" rIns="91425" wrap="square" tIns="91425">
            <a:normAutofit/>
          </a:bodyPr>
          <a:lstStyle>
            <a:lvl1pPr lvl="0">
              <a:spcBef>
                <a:spcPts val="0"/>
              </a:spcBef>
              <a:spcAft>
                <a:spcPts val="0"/>
              </a:spcAft>
              <a:buSzPts val="2800"/>
              <a:buNone/>
              <a:defRPr/>
            </a:lvl1pPr>
            <a:lvl2pPr lvl="1">
              <a:spcBef>
                <a:spcPts val="0"/>
              </a:spcBef>
              <a:spcAft>
                <a:spcPts val="0"/>
              </a:spcAft>
              <a:buSzPts val="2800"/>
              <a:buNone/>
              <a:defRPr/>
            </a:lvl2pPr>
            <a:lvl3pPr lvl="2">
              <a:spcBef>
                <a:spcPts val="0"/>
              </a:spcBef>
              <a:spcAft>
                <a:spcPts val="0"/>
              </a:spcAft>
              <a:buSzPts val="2800"/>
              <a:buNone/>
              <a:defRPr/>
            </a:lvl3pPr>
            <a:lvl4pPr lvl="3">
              <a:spcBef>
                <a:spcPts val="0"/>
              </a:spcBef>
              <a:spcAft>
                <a:spcPts val="0"/>
              </a:spcAft>
              <a:buSzPts val="2800"/>
              <a:buNone/>
              <a:defRPr/>
            </a:lvl4pPr>
            <a:lvl5pPr lvl="4">
              <a:spcBef>
                <a:spcPts val="0"/>
              </a:spcBef>
              <a:spcAft>
                <a:spcPts val="0"/>
              </a:spcAft>
              <a:buSzPts val="2800"/>
              <a:buNone/>
              <a:defRPr/>
            </a:lvl5pPr>
            <a:lvl6pPr lvl="5">
              <a:spcBef>
                <a:spcPts val="0"/>
              </a:spcBef>
              <a:spcAft>
                <a:spcPts val="0"/>
              </a:spcAft>
              <a:buSzPts val="2800"/>
              <a:buNone/>
              <a:defRPr/>
            </a:lvl6pPr>
            <a:lvl7pPr lvl="6">
              <a:spcBef>
                <a:spcPts val="0"/>
              </a:spcBef>
              <a:spcAft>
                <a:spcPts val="0"/>
              </a:spcAft>
              <a:buSzPts val="2800"/>
              <a:buNone/>
              <a:defRPr/>
            </a:lvl7pPr>
            <a:lvl8pPr lvl="7">
              <a:spcBef>
                <a:spcPts val="0"/>
              </a:spcBef>
              <a:spcAft>
                <a:spcPts val="0"/>
              </a:spcAft>
              <a:buSzPts val="2800"/>
              <a:buNone/>
              <a:defRPr/>
            </a:lvl8pPr>
            <a:lvl9pPr lvl="8">
              <a:spcBef>
                <a:spcPts val="0"/>
              </a:spcBef>
              <a:spcAft>
                <a:spcPts val="0"/>
              </a:spcAft>
              <a:buSzPts val="2800"/>
              <a:buNone/>
              <a:defRPr/>
            </a:lvl9pPr>
          </a:lstStyle>
          <a:p/>
        </p:txBody>
      </p:sp>
      <p:sp>
        <p:nvSpPr>
          <p:cNvPr id="18" name="Google Shape;18;p4"/>
          <p:cNvSpPr txBox="1"/>
          <p:nvPr>
            <p:ph idx="1" type="body"/>
          </p:nvPr>
        </p:nvSpPr>
        <p:spPr>
          <a:xfrm>
            <a:off x="311700" y="1152475"/>
            <a:ext cx="8520600" cy="3416400"/>
          </a:xfrm>
          <a:prstGeom prst="rect">
            <a:avLst/>
          </a:prstGeom>
        </p:spPr>
        <p:txBody>
          <a:bodyPr anchorCtr="0" anchor="t" bIns="91425" lIns="91425" spcFirstLastPara="1" rIns="91425" wrap="square" tIns="91425">
            <a:normAutofit/>
          </a:bodyPr>
          <a:lstStyle>
            <a:lvl1pPr indent="-342900" lvl="0" marL="457200">
              <a:spcBef>
                <a:spcPts val="0"/>
              </a:spcBef>
              <a:spcAft>
                <a:spcPts val="0"/>
              </a:spcAft>
              <a:buSzPts val="1800"/>
              <a:buChar char="●"/>
              <a:defRPr/>
            </a:lvl1pPr>
            <a:lvl2pPr indent="-317500" lvl="1" marL="914400">
              <a:spcBef>
                <a:spcPts val="0"/>
              </a:spcBef>
              <a:spcAft>
                <a:spcPts val="0"/>
              </a:spcAft>
              <a:buSzPts val="1400"/>
              <a:buChar char="○"/>
              <a:defRPr/>
            </a:lvl2pPr>
            <a:lvl3pPr indent="-317500" lvl="2" marL="1371600">
              <a:spcBef>
                <a:spcPts val="0"/>
              </a:spcBef>
              <a:spcAft>
                <a:spcPts val="0"/>
              </a:spcAft>
              <a:buSzPts val="1400"/>
              <a:buChar char="■"/>
              <a:defRPr/>
            </a:lvl3pPr>
            <a:lvl4pPr indent="-317500" lvl="3" marL="1828800">
              <a:spcBef>
                <a:spcPts val="0"/>
              </a:spcBef>
              <a:spcAft>
                <a:spcPts val="0"/>
              </a:spcAft>
              <a:buSzPts val="1400"/>
              <a:buChar char="●"/>
              <a:defRPr/>
            </a:lvl4pPr>
            <a:lvl5pPr indent="-317500" lvl="4" marL="2286000">
              <a:spcBef>
                <a:spcPts val="0"/>
              </a:spcBef>
              <a:spcAft>
                <a:spcPts val="0"/>
              </a:spcAft>
              <a:buSzPts val="1400"/>
              <a:buChar char="○"/>
              <a:defRPr/>
            </a:lvl5pPr>
            <a:lvl6pPr indent="-317500" lvl="5" marL="2743200">
              <a:spcBef>
                <a:spcPts val="0"/>
              </a:spcBef>
              <a:spcAft>
                <a:spcPts val="0"/>
              </a:spcAft>
              <a:buSzPts val="1400"/>
              <a:buChar char="■"/>
              <a:defRPr/>
            </a:lvl6pPr>
            <a:lvl7pPr indent="-317500" lvl="6" marL="3200400">
              <a:spcBef>
                <a:spcPts val="0"/>
              </a:spcBef>
              <a:spcAft>
                <a:spcPts val="0"/>
              </a:spcAft>
              <a:buSzPts val="1400"/>
              <a:buChar char="●"/>
              <a:defRPr/>
            </a:lvl7pPr>
            <a:lvl8pPr indent="-317500" lvl="7" marL="3657600">
              <a:spcBef>
                <a:spcPts val="0"/>
              </a:spcBef>
              <a:spcAft>
                <a:spcPts val="0"/>
              </a:spcAft>
              <a:buSzPts val="1400"/>
              <a:buChar char="○"/>
              <a:defRPr/>
            </a:lvl8pPr>
            <a:lvl9pPr indent="-317500" lvl="8" marL="4114800">
              <a:spcBef>
                <a:spcPts val="0"/>
              </a:spcBef>
              <a:spcAft>
                <a:spcPts val="0"/>
              </a:spcAft>
              <a:buSzPts val="1400"/>
              <a:buChar char="■"/>
              <a:defRPr/>
            </a:lvl9pPr>
          </a:lstStyle>
          <a:p/>
        </p:txBody>
      </p:sp>
      <p:sp>
        <p:nvSpPr>
          <p:cNvPr id="19" name="Google Shape;19;p4"/>
          <p:cNvSpPr txBox="1"/>
          <p:nvPr>
            <p:ph idx="12" type="sldNum"/>
          </p:nvPr>
        </p:nvSpPr>
        <p:spPr>
          <a:xfrm>
            <a:off x="8472458" y="4663217"/>
            <a:ext cx="548700" cy="393600"/>
          </a:xfrm>
          <a:prstGeom prst="rect">
            <a:avLst/>
          </a:prstGeom>
        </p:spPr>
        <p:txBody>
          <a:bodyPr anchorCtr="0" anchor="ctr" bIns="91425" lIns="91425" spcFirstLastPara="1" rIns="91425" wrap="square" tIns="91425">
            <a:normAutofit/>
          </a:bodyPr>
          <a:lstStyle>
            <a:lvl1pPr lvl="0">
              <a:buNone/>
              <a:defRPr/>
            </a:lvl1pPr>
            <a:lvl2pPr lvl="1">
              <a:buNone/>
              <a:defRPr/>
            </a:lvl2pPr>
            <a:lvl3pPr lvl="2">
              <a:buNone/>
              <a:defRPr/>
            </a:lvl3pPr>
            <a:lvl4pPr lvl="3">
              <a:buNone/>
              <a:defRPr/>
            </a:lvl4pPr>
            <a:lvl5pPr lvl="4">
              <a:buNone/>
              <a:defRPr/>
            </a:lvl5pPr>
            <a:lvl6pPr lvl="5">
              <a:buNone/>
              <a:defRPr/>
            </a:lvl6pPr>
            <a:lvl7pPr lvl="6">
              <a:buNone/>
              <a:defRPr/>
            </a:lvl7pPr>
            <a:lvl8pPr lvl="7">
              <a:buNone/>
              <a:defRPr/>
            </a:lvl8pPr>
            <a:lvl9pPr lvl="8">
              <a:buNone/>
              <a:defRPr/>
            </a:lvl9pPr>
          </a:lstStyle>
          <a:p>
            <a:pPr indent="0" lvl="0" marL="0" rtl="0" algn="r">
              <a:spcBef>
                <a:spcPts val="0"/>
              </a:spcBef>
              <a:spcAft>
                <a:spcPts val="0"/>
              </a:spcAft>
              <a:buNone/>
            </a:pPr>
            <a:fld id="{00000000-1234-1234-1234-123412341234}" type="slidenum">
              <a:rPr lang="en"/>
              <a:t>‹#›</a:t>
            </a:fld>
            <a:endParaRPr/>
          </a:p>
        </p:txBody>
      </p:sp>
    </p:spTree>
  </p:cSld>
  <p:clrMapOvr>
    <a:masterClrMapping/>
  </p:clrMapOvr>
</p:sldLayout>
</file>

<file path=ppt/slideLayouts/slideLayout4.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Title and two columns" type="twoColTx">
  <p:cSld name="TITLE_AND_TWO_COLUMNS">
    <p:spTree>
      <p:nvGrpSpPr>
        <p:cNvPr id="20" name="Shape 20"/>
        <p:cNvGrpSpPr/>
        <p:nvPr/>
      </p:nvGrpSpPr>
      <p:grpSpPr>
        <a:xfrm>
          <a:off x="0" y="0"/>
          <a:ext cx="0" cy="0"/>
          <a:chOff x="0" y="0"/>
          <a:chExt cx="0" cy="0"/>
        </a:xfrm>
      </p:grpSpPr>
      <p:sp>
        <p:nvSpPr>
          <p:cNvPr id="21" name="Google Shape;21;p5"/>
          <p:cNvSpPr txBox="1"/>
          <p:nvPr>
            <p:ph type="title"/>
          </p:nvPr>
        </p:nvSpPr>
        <p:spPr>
          <a:xfrm>
            <a:off x="311700" y="445025"/>
            <a:ext cx="8520600" cy="572700"/>
          </a:xfrm>
          <a:prstGeom prst="rect">
            <a:avLst/>
          </a:prstGeom>
        </p:spPr>
        <p:txBody>
          <a:bodyPr anchorCtr="0" anchor="t" bIns="91425" lIns="91425" spcFirstLastPara="1" rIns="91425" wrap="square" tIns="91425">
            <a:normAutofit/>
          </a:bodyPr>
          <a:lstStyle>
            <a:lvl1pPr lvl="0">
              <a:spcBef>
                <a:spcPts val="0"/>
              </a:spcBef>
              <a:spcAft>
                <a:spcPts val="0"/>
              </a:spcAft>
              <a:buSzPts val="2800"/>
              <a:buNone/>
              <a:defRPr/>
            </a:lvl1pPr>
            <a:lvl2pPr lvl="1">
              <a:spcBef>
                <a:spcPts val="0"/>
              </a:spcBef>
              <a:spcAft>
                <a:spcPts val="0"/>
              </a:spcAft>
              <a:buSzPts val="2800"/>
              <a:buNone/>
              <a:defRPr/>
            </a:lvl2pPr>
            <a:lvl3pPr lvl="2">
              <a:spcBef>
                <a:spcPts val="0"/>
              </a:spcBef>
              <a:spcAft>
                <a:spcPts val="0"/>
              </a:spcAft>
              <a:buSzPts val="2800"/>
              <a:buNone/>
              <a:defRPr/>
            </a:lvl3pPr>
            <a:lvl4pPr lvl="3">
              <a:spcBef>
                <a:spcPts val="0"/>
              </a:spcBef>
              <a:spcAft>
                <a:spcPts val="0"/>
              </a:spcAft>
              <a:buSzPts val="2800"/>
              <a:buNone/>
              <a:defRPr/>
            </a:lvl4pPr>
            <a:lvl5pPr lvl="4">
              <a:spcBef>
                <a:spcPts val="0"/>
              </a:spcBef>
              <a:spcAft>
                <a:spcPts val="0"/>
              </a:spcAft>
              <a:buSzPts val="2800"/>
              <a:buNone/>
              <a:defRPr/>
            </a:lvl5pPr>
            <a:lvl6pPr lvl="5">
              <a:spcBef>
                <a:spcPts val="0"/>
              </a:spcBef>
              <a:spcAft>
                <a:spcPts val="0"/>
              </a:spcAft>
              <a:buSzPts val="2800"/>
              <a:buNone/>
              <a:defRPr/>
            </a:lvl6pPr>
            <a:lvl7pPr lvl="6">
              <a:spcBef>
                <a:spcPts val="0"/>
              </a:spcBef>
              <a:spcAft>
                <a:spcPts val="0"/>
              </a:spcAft>
              <a:buSzPts val="2800"/>
              <a:buNone/>
              <a:defRPr/>
            </a:lvl7pPr>
            <a:lvl8pPr lvl="7">
              <a:spcBef>
                <a:spcPts val="0"/>
              </a:spcBef>
              <a:spcAft>
                <a:spcPts val="0"/>
              </a:spcAft>
              <a:buSzPts val="2800"/>
              <a:buNone/>
              <a:defRPr/>
            </a:lvl8pPr>
            <a:lvl9pPr lvl="8">
              <a:spcBef>
                <a:spcPts val="0"/>
              </a:spcBef>
              <a:spcAft>
                <a:spcPts val="0"/>
              </a:spcAft>
              <a:buSzPts val="2800"/>
              <a:buNone/>
              <a:defRPr/>
            </a:lvl9pPr>
          </a:lstStyle>
          <a:p/>
        </p:txBody>
      </p:sp>
      <p:sp>
        <p:nvSpPr>
          <p:cNvPr id="22" name="Google Shape;22;p5"/>
          <p:cNvSpPr txBox="1"/>
          <p:nvPr>
            <p:ph idx="1" type="body"/>
          </p:nvPr>
        </p:nvSpPr>
        <p:spPr>
          <a:xfrm>
            <a:off x="311700" y="1152475"/>
            <a:ext cx="3999900" cy="3416400"/>
          </a:xfrm>
          <a:prstGeom prst="rect">
            <a:avLst/>
          </a:prstGeom>
        </p:spPr>
        <p:txBody>
          <a:bodyPr anchorCtr="0" anchor="t" bIns="91425" lIns="91425" spcFirstLastPara="1" rIns="91425" wrap="square" tIns="91425">
            <a:normAutofit/>
          </a:bodyPr>
          <a:lstStyle>
            <a:lvl1pPr indent="-317500" lvl="0" marL="457200">
              <a:spcBef>
                <a:spcPts val="0"/>
              </a:spcBef>
              <a:spcAft>
                <a:spcPts val="0"/>
              </a:spcAft>
              <a:buSzPts val="1400"/>
              <a:buChar char="●"/>
              <a:defRPr sz="1400"/>
            </a:lvl1pPr>
            <a:lvl2pPr indent="-304800" lvl="1" marL="914400">
              <a:spcBef>
                <a:spcPts val="0"/>
              </a:spcBef>
              <a:spcAft>
                <a:spcPts val="0"/>
              </a:spcAft>
              <a:buSzPts val="1200"/>
              <a:buChar char="○"/>
              <a:defRPr sz="1200"/>
            </a:lvl2pPr>
            <a:lvl3pPr indent="-304800" lvl="2" marL="1371600">
              <a:spcBef>
                <a:spcPts val="0"/>
              </a:spcBef>
              <a:spcAft>
                <a:spcPts val="0"/>
              </a:spcAft>
              <a:buSzPts val="1200"/>
              <a:buChar char="■"/>
              <a:defRPr sz="1200"/>
            </a:lvl3pPr>
            <a:lvl4pPr indent="-304800" lvl="3" marL="1828800">
              <a:spcBef>
                <a:spcPts val="0"/>
              </a:spcBef>
              <a:spcAft>
                <a:spcPts val="0"/>
              </a:spcAft>
              <a:buSzPts val="1200"/>
              <a:buChar char="●"/>
              <a:defRPr sz="1200"/>
            </a:lvl4pPr>
            <a:lvl5pPr indent="-304800" lvl="4" marL="2286000">
              <a:spcBef>
                <a:spcPts val="0"/>
              </a:spcBef>
              <a:spcAft>
                <a:spcPts val="0"/>
              </a:spcAft>
              <a:buSzPts val="1200"/>
              <a:buChar char="○"/>
              <a:defRPr sz="1200"/>
            </a:lvl5pPr>
            <a:lvl6pPr indent="-304800" lvl="5" marL="2743200">
              <a:spcBef>
                <a:spcPts val="0"/>
              </a:spcBef>
              <a:spcAft>
                <a:spcPts val="0"/>
              </a:spcAft>
              <a:buSzPts val="1200"/>
              <a:buChar char="■"/>
              <a:defRPr sz="1200"/>
            </a:lvl6pPr>
            <a:lvl7pPr indent="-304800" lvl="6" marL="3200400">
              <a:spcBef>
                <a:spcPts val="0"/>
              </a:spcBef>
              <a:spcAft>
                <a:spcPts val="0"/>
              </a:spcAft>
              <a:buSzPts val="1200"/>
              <a:buChar char="●"/>
              <a:defRPr sz="1200"/>
            </a:lvl7pPr>
            <a:lvl8pPr indent="-304800" lvl="7" marL="3657600">
              <a:spcBef>
                <a:spcPts val="0"/>
              </a:spcBef>
              <a:spcAft>
                <a:spcPts val="0"/>
              </a:spcAft>
              <a:buSzPts val="1200"/>
              <a:buChar char="○"/>
              <a:defRPr sz="1200"/>
            </a:lvl8pPr>
            <a:lvl9pPr indent="-304800" lvl="8" marL="4114800">
              <a:spcBef>
                <a:spcPts val="0"/>
              </a:spcBef>
              <a:spcAft>
                <a:spcPts val="0"/>
              </a:spcAft>
              <a:buSzPts val="1200"/>
              <a:buChar char="■"/>
              <a:defRPr sz="1200"/>
            </a:lvl9pPr>
          </a:lstStyle>
          <a:p/>
        </p:txBody>
      </p:sp>
      <p:sp>
        <p:nvSpPr>
          <p:cNvPr id="23" name="Google Shape;23;p5"/>
          <p:cNvSpPr txBox="1"/>
          <p:nvPr>
            <p:ph idx="2" type="body"/>
          </p:nvPr>
        </p:nvSpPr>
        <p:spPr>
          <a:xfrm>
            <a:off x="4832400" y="1152475"/>
            <a:ext cx="3999900" cy="3416400"/>
          </a:xfrm>
          <a:prstGeom prst="rect">
            <a:avLst/>
          </a:prstGeom>
        </p:spPr>
        <p:txBody>
          <a:bodyPr anchorCtr="0" anchor="t" bIns="91425" lIns="91425" spcFirstLastPara="1" rIns="91425" wrap="square" tIns="91425">
            <a:normAutofit/>
          </a:bodyPr>
          <a:lstStyle>
            <a:lvl1pPr indent="-317500" lvl="0" marL="457200">
              <a:spcBef>
                <a:spcPts val="0"/>
              </a:spcBef>
              <a:spcAft>
                <a:spcPts val="0"/>
              </a:spcAft>
              <a:buSzPts val="1400"/>
              <a:buChar char="●"/>
              <a:defRPr sz="1400"/>
            </a:lvl1pPr>
            <a:lvl2pPr indent="-304800" lvl="1" marL="914400">
              <a:spcBef>
                <a:spcPts val="0"/>
              </a:spcBef>
              <a:spcAft>
                <a:spcPts val="0"/>
              </a:spcAft>
              <a:buSzPts val="1200"/>
              <a:buChar char="○"/>
              <a:defRPr sz="1200"/>
            </a:lvl2pPr>
            <a:lvl3pPr indent="-304800" lvl="2" marL="1371600">
              <a:spcBef>
                <a:spcPts val="0"/>
              </a:spcBef>
              <a:spcAft>
                <a:spcPts val="0"/>
              </a:spcAft>
              <a:buSzPts val="1200"/>
              <a:buChar char="■"/>
              <a:defRPr sz="1200"/>
            </a:lvl3pPr>
            <a:lvl4pPr indent="-304800" lvl="3" marL="1828800">
              <a:spcBef>
                <a:spcPts val="0"/>
              </a:spcBef>
              <a:spcAft>
                <a:spcPts val="0"/>
              </a:spcAft>
              <a:buSzPts val="1200"/>
              <a:buChar char="●"/>
              <a:defRPr sz="1200"/>
            </a:lvl4pPr>
            <a:lvl5pPr indent="-304800" lvl="4" marL="2286000">
              <a:spcBef>
                <a:spcPts val="0"/>
              </a:spcBef>
              <a:spcAft>
                <a:spcPts val="0"/>
              </a:spcAft>
              <a:buSzPts val="1200"/>
              <a:buChar char="○"/>
              <a:defRPr sz="1200"/>
            </a:lvl5pPr>
            <a:lvl6pPr indent="-304800" lvl="5" marL="2743200">
              <a:spcBef>
                <a:spcPts val="0"/>
              </a:spcBef>
              <a:spcAft>
                <a:spcPts val="0"/>
              </a:spcAft>
              <a:buSzPts val="1200"/>
              <a:buChar char="■"/>
              <a:defRPr sz="1200"/>
            </a:lvl6pPr>
            <a:lvl7pPr indent="-304800" lvl="6" marL="3200400">
              <a:spcBef>
                <a:spcPts val="0"/>
              </a:spcBef>
              <a:spcAft>
                <a:spcPts val="0"/>
              </a:spcAft>
              <a:buSzPts val="1200"/>
              <a:buChar char="●"/>
              <a:defRPr sz="1200"/>
            </a:lvl7pPr>
            <a:lvl8pPr indent="-304800" lvl="7" marL="3657600">
              <a:spcBef>
                <a:spcPts val="0"/>
              </a:spcBef>
              <a:spcAft>
                <a:spcPts val="0"/>
              </a:spcAft>
              <a:buSzPts val="1200"/>
              <a:buChar char="○"/>
              <a:defRPr sz="1200"/>
            </a:lvl8pPr>
            <a:lvl9pPr indent="-304800" lvl="8" marL="4114800">
              <a:spcBef>
                <a:spcPts val="0"/>
              </a:spcBef>
              <a:spcAft>
                <a:spcPts val="0"/>
              </a:spcAft>
              <a:buSzPts val="1200"/>
              <a:buChar char="■"/>
              <a:defRPr sz="1200"/>
            </a:lvl9pPr>
          </a:lstStyle>
          <a:p/>
        </p:txBody>
      </p:sp>
      <p:sp>
        <p:nvSpPr>
          <p:cNvPr id="24" name="Google Shape;24;p5"/>
          <p:cNvSpPr txBox="1"/>
          <p:nvPr>
            <p:ph idx="12" type="sldNum"/>
          </p:nvPr>
        </p:nvSpPr>
        <p:spPr>
          <a:xfrm>
            <a:off x="8472458" y="4663217"/>
            <a:ext cx="548700" cy="393600"/>
          </a:xfrm>
          <a:prstGeom prst="rect">
            <a:avLst/>
          </a:prstGeom>
        </p:spPr>
        <p:txBody>
          <a:bodyPr anchorCtr="0" anchor="ctr" bIns="91425" lIns="91425" spcFirstLastPara="1" rIns="91425" wrap="square" tIns="91425">
            <a:normAutofit/>
          </a:bodyPr>
          <a:lstStyle>
            <a:lvl1pPr lvl="0">
              <a:buNone/>
              <a:defRPr/>
            </a:lvl1pPr>
            <a:lvl2pPr lvl="1">
              <a:buNone/>
              <a:defRPr/>
            </a:lvl2pPr>
            <a:lvl3pPr lvl="2">
              <a:buNone/>
              <a:defRPr/>
            </a:lvl3pPr>
            <a:lvl4pPr lvl="3">
              <a:buNone/>
              <a:defRPr/>
            </a:lvl4pPr>
            <a:lvl5pPr lvl="4">
              <a:buNone/>
              <a:defRPr/>
            </a:lvl5pPr>
            <a:lvl6pPr lvl="5">
              <a:buNone/>
              <a:defRPr/>
            </a:lvl6pPr>
            <a:lvl7pPr lvl="6">
              <a:buNone/>
              <a:defRPr/>
            </a:lvl7pPr>
            <a:lvl8pPr lvl="7">
              <a:buNone/>
              <a:defRPr/>
            </a:lvl8pPr>
            <a:lvl9pPr lvl="8">
              <a:buNone/>
              <a:defRPr/>
            </a:lvl9pPr>
          </a:lstStyle>
          <a:p>
            <a:pPr indent="0" lvl="0" marL="0" rtl="0" algn="r">
              <a:spcBef>
                <a:spcPts val="0"/>
              </a:spcBef>
              <a:spcAft>
                <a:spcPts val="0"/>
              </a:spcAft>
              <a:buNone/>
            </a:pPr>
            <a:fld id="{00000000-1234-1234-1234-123412341234}" type="slidenum">
              <a:rPr lang="en"/>
              <a:t>‹#›</a:t>
            </a:fld>
            <a:endParaRPr/>
          </a:p>
        </p:txBody>
      </p:sp>
    </p:spTree>
  </p:cSld>
  <p:clrMapOvr>
    <a:masterClrMapping/>
  </p:clrMapOvr>
</p:sldLayout>
</file>

<file path=ppt/slideLayouts/slideLayout5.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Title only" type="titleOnly">
  <p:cSld name="TITLE_ONLY">
    <p:spTree>
      <p:nvGrpSpPr>
        <p:cNvPr id="25" name="Shape 25"/>
        <p:cNvGrpSpPr/>
        <p:nvPr/>
      </p:nvGrpSpPr>
      <p:grpSpPr>
        <a:xfrm>
          <a:off x="0" y="0"/>
          <a:ext cx="0" cy="0"/>
          <a:chOff x="0" y="0"/>
          <a:chExt cx="0" cy="0"/>
        </a:xfrm>
      </p:grpSpPr>
      <p:sp>
        <p:nvSpPr>
          <p:cNvPr id="26" name="Google Shape;26;p6"/>
          <p:cNvSpPr txBox="1"/>
          <p:nvPr>
            <p:ph type="title"/>
          </p:nvPr>
        </p:nvSpPr>
        <p:spPr>
          <a:xfrm>
            <a:off x="311700" y="445025"/>
            <a:ext cx="8520600" cy="572700"/>
          </a:xfrm>
          <a:prstGeom prst="rect">
            <a:avLst/>
          </a:prstGeom>
        </p:spPr>
        <p:txBody>
          <a:bodyPr anchorCtr="0" anchor="t" bIns="91425" lIns="91425" spcFirstLastPara="1" rIns="91425" wrap="square" tIns="91425">
            <a:normAutofit/>
          </a:bodyPr>
          <a:lstStyle>
            <a:lvl1pPr lvl="0">
              <a:spcBef>
                <a:spcPts val="0"/>
              </a:spcBef>
              <a:spcAft>
                <a:spcPts val="0"/>
              </a:spcAft>
              <a:buSzPts val="2800"/>
              <a:buNone/>
              <a:defRPr/>
            </a:lvl1pPr>
            <a:lvl2pPr lvl="1">
              <a:spcBef>
                <a:spcPts val="0"/>
              </a:spcBef>
              <a:spcAft>
                <a:spcPts val="0"/>
              </a:spcAft>
              <a:buSzPts val="2800"/>
              <a:buNone/>
              <a:defRPr/>
            </a:lvl2pPr>
            <a:lvl3pPr lvl="2">
              <a:spcBef>
                <a:spcPts val="0"/>
              </a:spcBef>
              <a:spcAft>
                <a:spcPts val="0"/>
              </a:spcAft>
              <a:buSzPts val="2800"/>
              <a:buNone/>
              <a:defRPr/>
            </a:lvl3pPr>
            <a:lvl4pPr lvl="3">
              <a:spcBef>
                <a:spcPts val="0"/>
              </a:spcBef>
              <a:spcAft>
                <a:spcPts val="0"/>
              </a:spcAft>
              <a:buSzPts val="2800"/>
              <a:buNone/>
              <a:defRPr/>
            </a:lvl4pPr>
            <a:lvl5pPr lvl="4">
              <a:spcBef>
                <a:spcPts val="0"/>
              </a:spcBef>
              <a:spcAft>
                <a:spcPts val="0"/>
              </a:spcAft>
              <a:buSzPts val="2800"/>
              <a:buNone/>
              <a:defRPr/>
            </a:lvl5pPr>
            <a:lvl6pPr lvl="5">
              <a:spcBef>
                <a:spcPts val="0"/>
              </a:spcBef>
              <a:spcAft>
                <a:spcPts val="0"/>
              </a:spcAft>
              <a:buSzPts val="2800"/>
              <a:buNone/>
              <a:defRPr/>
            </a:lvl6pPr>
            <a:lvl7pPr lvl="6">
              <a:spcBef>
                <a:spcPts val="0"/>
              </a:spcBef>
              <a:spcAft>
                <a:spcPts val="0"/>
              </a:spcAft>
              <a:buSzPts val="2800"/>
              <a:buNone/>
              <a:defRPr/>
            </a:lvl7pPr>
            <a:lvl8pPr lvl="7">
              <a:spcBef>
                <a:spcPts val="0"/>
              </a:spcBef>
              <a:spcAft>
                <a:spcPts val="0"/>
              </a:spcAft>
              <a:buSzPts val="2800"/>
              <a:buNone/>
              <a:defRPr/>
            </a:lvl8pPr>
            <a:lvl9pPr lvl="8">
              <a:spcBef>
                <a:spcPts val="0"/>
              </a:spcBef>
              <a:spcAft>
                <a:spcPts val="0"/>
              </a:spcAft>
              <a:buSzPts val="2800"/>
              <a:buNone/>
              <a:defRPr/>
            </a:lvl9pPr>
          </a:lstStyle>
          <a:p/>
        </p:txBody>
      </p:sp>
      <p:sp>
        <p:nvSpPr>
          <p:cNvPr id="27" name="Google Shape;27;p6"/>
          <p:cNvSpPr txBox="1"/>
          <p:nvPr>
            <p:ph idx="12" type="sldNum"/>
          </p:nvPr>
        </p:nvSpPr>
        <p:spPr>
          <a:xfrm>
            <a:off x="8472458" y="4663217"/>
            <a:ext cx="548700" cy="393600"/>
          </a:xfrm>
          <a:prstGeom prst="rect">
            <a:avLst/>
          </a:prstGeom>
        </p:spPr>
        <p:txBody>
          <a:bodyPr anchorCtr="0" anchor="ctr" bIns="91425" lIns="91425" spcFirstLastPara="1" rIns="91425" wrap="square" tIns="91425">
            <a:normAutofit/>
          </a:bodyPr>
          <a:lstStyle>
            <a:lvl1pPr lvl="0">
              <a:buNone/>
              <a:defRPr/>
            </a:lvl1pPr>
            <a:lvl2pPr lvl="1">
              <a:buNone/>
              <a:defRPr/>
            </a:lvl2pPr>
            <a:lvl3pPr lvl="2">
              <a:buNone/>
              <a:defRPr/>
            </a:lvl3pPr>
            <a:lvl4pPr lvl="3">
              <a:buNone/>
              <a:defRPr/>
            </a:lvl4pPr>
            <a:lvl5pPr lvl="4">
              <a:buNone/>
              <a:defRPr/>
            </a:lvl5pPr>
            <a:lvl6pPr lvl="5">
              <a:buNone/>
              <a:defRPr/>
            </a:lvl6pPr>
            <a:lvl7pPr lvl="6">
              <a:buNone/>
              <a:defRPr/>
            </a:lvl7pPr>
            <a:lvl8pPr lvl="7">
              <a:buNone/>
              <a:defRPr/>
            </a:lvl8pPr>
            <a:lvl9pPr lvl="8">
              <a:buNone/>
              <a:defRPr/>
            </a:lvl9pPr>
          </a:lstStyle>
          <a:p>
            <a:pPr indent="0" lvl="0" marL="0" rtl="0" algn="r">
              <a:spcBef>
                <a:spcPts val="0"/>
              </a:spcBef>
              <a:spcAft>
                <a:spcPts val="0"/>
              </a:spcAft>
              <a:buNone/>
            </a:pPr>
            <a:fld id="{00000000-1234-1234-1234-123412341234}" type="slidenum">
              <a:rPr lang="en"/>
              <a:t>‹#›</a:t>
            </a:fld>
            <a:endParaRPr/>
          </a:p>
        </p:txBody>
      </p:sp>
    </p:spTree>
  </p:cSld>
  <p:clrMapOvr>
    <a:masterClrMapping/>
  </p:clrMapOvr>
</p:sldLayout>
</file>

<file path=ppt/slideLayouts/slideLayout6.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One column text">
  <p:cSld name="ONE_COLUMN_TEXT">
    <p:spTree>
      <p:nvGrpSpPr>
        <p:cNvPr id="28" name="Shape 28"/>
        <p:cNvGrpSpPr/>
        <p:nvPr/>
      </p:nvGrpSpPr>
      <p:grpSpPr>
        <a:xfrm>
          <a:off x="0" y="0"/>
          <a:ext cx="0" cy="0"/>
          <a:chOff x="0" y="0"/>
          <a:chExt cx="0" cy="0"/>
        </a:xfrm>
      </p:grpSpPr>
      <p:sp>
        <p:nvSpPr>
          <p:cNvPr id="29" name="Google Shape;29;p7"/>
          <p:cNvSpPr txBox="1"/>
          <p:nvPr>
            <p:ph type="title"/>
          </p:nvPr>
        </p:nvSpPr>
        <p:spPr>
          <a:xfrm>
            <a:off x="311700" y="555600"/>
            <a:ext cx="2808000" cy="755700"/>
          </a:xfrm>
          <a:prstGeom prst="rect">
            <a:avLst/>
          </a:prstGeom>
        </p:spPr>
        <p:txBody>
          <a:bodyPr anchorCtr="0" anchor="b" bIns="91425" lIns="91425" spcFirstLastPara="1" rIns="91425" wrap="square" tIns="91425">
            <a:normAutofit/>
          </a:bodyPr>
          <a:lstStyle>
            <a:lvl1pPr lvl="0">
              <a:spcBef>
                <a:spcPts val="0"/>
              </a:spcBef>
              <a:spcAft>
                <a:spcPts val="0"/>
              </a:spcAft>
              <a:buSzPts val="2400"/>
              <a:buNone/>
              <a:defRPr sz="2400"/>
            </a:lvl1pPr>
            <a:lvl2pPr lvl="1">
              <a:spcBef>
                <a:spcPts val="0"/>
              </a:spcBef>
              <a:spcAft>
                <a:spcPts val="0"/>
              </a:spcAft>
              <a:buSzPts val="2400"/>
              <a:buNone/>
              <a:defRPr sz="2400"/>
            </a:lvl2pPr>
            <a:lvl3pPr lvl="2">
              <a:spcBef>
                <a:spcPts val="0"/>
              </a:spcBef>
              <a:spcAft>
                <a:spcPts val="0"/>
              </a:spcAft>
              <a:buSzPts val="2400"/>
              <a:buNone/>
              <a:defRPr sz="2400"/>
            </a:lvl3pPr>
            <a:lvl4pPr lvl="3">
              <a:spcBef>
                <a:spcPts val="0"/>
              </a:spcBef>
              <a:spcAft>
                <a:spcPts val="0"/>
              </a:spcAft>
              <a:buSzPts val="2400"/>
              <a:buNone/>
              <a:defRPr sz="2400"/>
            </a:lvl4pPr>
            <a:lvl5pPr lvl="4">
              <a:spcBef>
                <a:spcPts val="0"/>
              </a:spcBef>
              <a:spcAft>
                <a:spcPts val="0"/>
              </a:spcAft>
              <a:buSzPts val="2400"/>
              <a:buNone/>
              <a:defRPr sz="2400"/>
            </a:lvl5pPr>
            <a:lvl6pPr lvl="5">
              <a:spcBef>
                <a:spcPts val="0"/>
              </a:spcBef>
              <a:spcAft>
                <a:spcPts val="0"/>
              </a:spcAft>
              <a:buSzPts val="2400"/>
              <a:buNone/>
              <a:defRPr sz="2400"/>
            </a:lvl6pPr>
            <a:lvl7pPr lvl="6">
              <a:spcBef>
                <a:spcPts val="0"/>
              </a:spcBef>
              <a:spcAft>
                <a:spcPts val="0"/>
              </a:spcAft>
              <a:buSzPts val="2400"/>
              <a:buNone/>
              <a:defRPr sz="2400"/>
            </a:lvl7pPr>
            <a:lvl8pPr lvl="7">
              <a:spcBef>
                <a:spcPts val="0"/>
              </a:spcBef>
              <a:spcAft>
                <a:spcPts val="0"/>
              </a:spcAft>
              <a:buSzPts val="2400"/>
              <a:buNone/>
              <a:defRPr sz="2400"/>
            </a:lvl8pPr>
            <a:lvl9pPr lvl="8">
              <a:spcBef>
                <a:spcPts val="0"/>
              </a:spcBef>
              <a:spcAft>
                <a:spcPts val="0"/>
              </a:spcAft>
              <a:buSzPts val="2400"/>
              <a:buNone/>
              <a:defRPr sz="2400"/>
            </a:lvl9pPr>
          </a:lstStyle>
          <a:p/>
        </p:txBody>
      </p:sp>
      <p:sp>
        <p:nvSpPr>
          <p:cNvPr id="30" name="Google Shape;30;p7"/>
          <p:cNvSpPr txBox="1"/>
          <p:nvPr>
            <p:ph idx="1" type="body"/>
          </p:nvPr>
        </p:nvSpPr>
        <p:spPr>
          <a:xfrm>
            <a:off x="311700" y="1389600"/>
            <a:ext cx="2808000" cy="3179400"/>
          </a:xfrm>
          <a:prstGeom prst="rect">
            <a:avLst/>
          </a:prstGeom>
        </p:spPr>
        <p:txBody>
          <a:bodyPr anchorCtr="0" anchor="t" bIns="91425" lIns="91425" spcFirstLastPara="1" rIns="91425" wrap="square" tIns="91425">
            <a:normAutofit/>
          </a:bodyPr>
          <a:lstStyle>
            <a:lvl1pPr indent="-304800" lvl="0" marL="457200">
              <a:spcBef>
                <a:spcPts val="0"/>
              </a:spcBef>
              <a:spcAft>
                <a:spcPts val="0"/>
              </a:spcAft>
              <a:buSzPts val="1200"/>
              <a:buChar char="●"/>
              <a:defRPr sz="1200"/>
            </a:lvl1pPr>
            <a:lvl2pPr indent="-304800" lvl="1" marL="914400">
              <a:spcBef>
                <a:spcPts val="0"/>
              </a:spcBef>
              <a:spcAft>
                <a:spcPts val="0"/>
              </a:spcAft>
              <a:buSzPts val="1200"/>
              <a:buChar char="○"/>
              <a:defRPr sz="1200"/>
            </a:lvl2pPr>
            <a:lvl3pPr indent="-304800" lvl="2" marL="1371600">
              <a:spcBef>
                <a:spcPts val="0"/>
              </a:spcBef>
              <a:spcAft>
                <a:spcPts val="0"/>
              </a:spcAft>
              <a:buSzPts val="1200"/>
              <a:buChar char="■"/>
              <a:defRPr sz="1200"/>
            </a:lvl3pPr>
            <a:lvl4pPr indent="-304800" lvl="3" marL="1828800">
              <a:spcBef>
                <a:spcPts val="0"/>
              </a:spcBef>
              <a:spcAft>
                <a:spcPts val="0"/>
              </a:spcAft>
              <a:buSzPts val="1200"/>
              <a:buChar char="●"/>
              <a:defRPr sz="1200"/>
            </a:lvl4pPr>
            <a:lvl5pPr indent="-304800" lvl="4" marL="2286000">
              <a:spcBef>
                <a:spcPts val="0"/>
              </a:spcBef>
              <a:spcAft>
                <a:spcPts val="0"/>
              </a:spcAft>
              <a:buSzPts val="1200"/>
              <a:buChar char="○"/>
              <a:defRPr sz="1200"/>
            </a:lvl5pPr>
            <a:lvl6pPr indent="-304800" lvl="5" marL="2743200">
              <a:spcBef>
                <a:spcPts val="0"/>
              </a:spcBef>
              <a:spcAft>
                <a:spcPts val="0"/>
              </a:spcAft>
              <a:buSzPts val="1200"/>
              <a:buChar char="■"/>
              <a:defRPr sz="1200"/>
            </a:lvl6pPr>
            <a:lvl7pPr indent="-304800" lvl="6" marL="3200400">
              <a:spcBef>
                <a:spcPts val="0"/>
              </a:spcBef>
              <a:spcAft>
                <a:spcPts val="0"/>
              </a:spcAft>
              <a:buSzPts val="1200"/>
              <a:buChar char="●"/>
              <a:defRPr sz="1200"/>
            </a:lvl7pPr>
            <a:lvl8pPr indent="-304800" lvl="7" marL="3657600">
              <a:spcBef>
                <a:spcPts val="0"/>
              </a:spcBef>
              <a:spcAft>
                <a:spcPts val="0"/>
              </a:spcAft>
              <a:buSzPts val="1200"/>
              <a:buChar char="○"/>
              <a:defRPr sz="1200"/>
            </a:lvl8pPr>
            <a:lvl9pPr indent="-304800" lvl="8" marL="4114800">
              <a:spcBef>
                <a:spcPts val="0"/>
              </a:spcBef>
              <a:spcAft>
                <a:spcPts val="0"/>
              </a:spcAft>
              <a:buSzPts val="1200"/>
              <a:buChar char="■"/>
              <a:defRPr sz="1200"/>
            </a:lvl9pPr>
          </a:lstStyle>
          <a:p/>
        </p:txBody>
      </p:sp>
      <p:sp>
        <p:nvSpPr>
          <p:cNvPr id="31" name="Google Shape;31;p7"/>
          <p:cNvSpPr txBox="1"/>
          <p:nvPr>
            <p:ph idx="12" type="sldNum"/>
          </p:nvPr>
        </p:nvSpPr>
        <p:spPr>
          <a:xfrm>
            <a:off x="8472458" y="4663217"/>
            <a:ext cx="548700" cy="393600"/>
          </a:xfrm>
          <a:prstGeom prst="rect">
            <a:avLst/>
          </a:prstGeom>
        </p:spPr>
        <p:txBody>
          <a:bodyPr anchorCtr="0" anchor="ctr" bIns="91425" lIns="91425" spcFirstLastPara="1" rIns="91425" wrap="square" tIns="91425">
            <a:normAutofit/>
          </a:bodyPr>
          <a:lstStyle>
            <a:lvl1pPr lvl="0">
              <a:buNone/>
              <a:defRPr/>
            </a:lvl1pPr>
            <a:lvl2pPr lvl="1">
              <a:buNone/>
              <a:defRPr/>
            </a:lvl2pPr>
            <a:lvl3pPr lvl="2">
              <a:buNone/>
              <a:defRPr/>
            </a:lvl3pPr>
            <a:lvl4pPr lvl="3">
              <a:buNone/>
              <a:defRPr/>
            </a:lvl4pPr>
            <a:lvl5pPr lvl="4">
              <a:buNone/>
              <a:defRPr/>
            </a:lvl5pPr>
            <a:lvl6pPr lvl="5">
              <a:buNone/>
              <a:defRPr/>
            </a:lvl6pPr>
            <a:lvl7pPr lvl="6">
              <a:buNone/>
              <a:defRPr/>
            </a:lvl7pPr>
            <a:lvl8pPr lvl="7">
              <a:buNone/>
              <a:defRPr/>
            </a:lvl8pPr>
            <a:lvl9pPr lvl="8">
              <a:buNone/>
              <a:defRPr/>
            </a:lvl9pPr>
          </a:lstStyle>
          <a:p>
            <a:pPr indent="0" lvl="0" marL="0" rtl="0" algn="r">
              <a:spcBef>
                <a:spcPts val="0"/>
              </a:spcBef>
              <a:spcAft>
                <a:spcPts val="0"/>
              </a:spcAft>
              <a:buNone/>
            </a:pPr>
            <a:fld id="{00000000-1234-1234-1234-123412341234}" type="slidenum">
              <a:rPr lang="en"/>
              <a:t>‹#›</a:t>
            </a:fld>
            <a:endParaRPr/>
          </a:p>
        </p:txBody>
      </p:sp>
    </p:spTree>
  </p:cSld>
  <p:clrMapOvr>
    <a:masterClrMapping/>
  </p:clrMapOvr>
</p:sldLayout>
</file>

<file path=ppt/slideLayouts/slideLayout7.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Main point">
  <p:cSld name="MAIN_POINT">
    <p:spTree>
      <p:nvGrpSpPr>
        <p:cNvPr id="32" name="Shape 32"/>
        <p:cNvGrpSpPr/>
        <p:nvPr/>
      </p:nvGrpSpPr>
      <p:grpSpPr>
        <a:xfrm>
          <a:off x="0" y="0"/>
          <a:ext cx="0" cy="0"/>
          <a:chOff x="0" y="0"/>
          <a:chExt cx="0" cy="0"/>
        </a:xfrm>
      </p:grpSpPr>
      <p:sp>
        <p:nvSpPr>
          <p:cNvPr id="33" name="Google Shape;33;p8"/>
          <p:cNvSpPr txBox="1"/>
          <p:nvPr>
            <p:ph type="title"/>
          </p:nvPr>
        </p:nvSpPr>
        <p:spPr>
          <a:xfrm>
            <a:off x="490250" y="450150"/>
            <a:ext cx="6367800" cy="4090800"/>
          </a:xfrm>
          <a:prstGeom prst="rect">
            <a:avLst/>
          </a:prstGeom>
        </p:spPr>
        <p:txBody>
          <a:bodyPr anchorCtr="0" anchor="ctr" bIns="91425" lIns="91425" spcFirstLastPara="1" rIns="91425" wrap="square" tIns="91425">
            <a:normAutofit/>
          </a:bodyPr>
          <a:lstStyle>
            <a:lvl1pPr lvl="0">
              <a:spcBef>
                <a:spcPts val="0"/>
              </a:spcBef>
              <a:spcAft>
                <a:spcPts val="0"/>
              </a:spcAft>
              <a:buSzPts val="4800"/>
              <a:buNone/>
              <a:defRPr sz="4800"/>
            </a:lvl1pPr>
            <a:lvl2pPr lvl="1">
              <a:spcBef>
                <a:spcPts val="0"/>
              </a:spcBef>
              <a:spcAft>
                <a:spcPts val="0"/>
              </a:spcAft>
              <a:buSzPts val="4800"/>
              <a:buNone/>
              <a:defRPr sz="4800"/>
            </a:lvl2pPr>
            <a:lvl3pPr lvl="2">
              <a:spcBef>
                <a:spcPts val="0"/>
              </a:spcBef>
              <a:spcAft>
                <a:spcPts val="0"/>
              </a:spcAft>
              <a:buSzPts val="4800"/>
              <a:buNone/>
              <a:defRPr sz="4800"/>
            </a:lvl3pPr>
            <a:lvl4pPr lvl="3">
              <a:spcBef>
                <a:spcPts val="0"/>
              </a:spcBef>
              <a:spcAft>
                <a:spcPts val="0"/>
              </a:spcAft>
              <a:buSzPts val="4800"/>
              <a:buNone/>
              <a:defRPr sz="4800"/>
            </a:lvl4pPr>
            <a:lvl5pPr lvl="4">
              <a:spcBef>
                <a:spcPts val="0"/>
              </a:spcBef>
              <a:spcAft>
                <a:spcPts val="0"/>
              </a:spcAft>
              <a:buSzPts val="4800"/>
              <a:buNone/>
              <a:defRPr sz="4800"/>
            </a:lvl5pPr>
            <a:lvl6pPr lvl="5">
              <a:spcBef>
                <a:spcPts val="0"/>
              </a:spcBef>
              <a:spcAft>
                <a:spcPts val="0"/>
              </a:spcAft>
              <a:buSzPts val="4800"/>
              <a:buNone/>
              <a:defRPr sz="4800"/>
            </a:lvl6pPr>
            <a:lvl7pPr lvl="6">
              <a:spcBef>
                <a:spcPts val="0"/>
              </a:spcBef>
              <a:spcAft>
                <a:spcPts val="0"/>
              </a:spcAft>
              <a:buSzPts val="4800"/>
              <a:buNone/>
              <a:defRPr sz="4800"/>
            </a:lvl7pPr>
            <a:lvl8pPr lvl="7">
              <a:spcBef>
                <a:spcPts val="0"/>
              </a:spcBef>
              <a:spcAft>
                <a:spcPts val="0"/>
              </a:spcAft>
              <a:buSzPts val="4800"/>
              <a:buNone/>
              <a:defRPr sz="4800"/>
            </a:lvl8pPr>
            <a:lvl9pPr lvl="8">
              <a:spcBef>
                <a:spcPts val="0"/>
              </a:spcBef>
              <a:spcAft>
                <a:spcPts val="0"/>
              </a:spcAft>
              <a:buSzPts val="4800"/>
              <a:buNone/>
              <a:defRPr sz="4800"/>
            </a:lvl9pPr>
          </a:lstStyle>
          <a:p/>
        </p:txBody>
      </p:sp>
      <p:sp>
        <p:nvSpPr>
          <p:cNvPr id="34" name="Google Shape;34;p8"/>
          <p:cNvSpPr txBox="1"/>
          <p:nvPr>
            <p:ph idx="12" type="sldNum"/>
          </p:nvPr>
        </p:nvSpPr>
        <p:spPr>
          <a:xfrm>
            <a:off x="8472458" y="4663217"/>
            <a:ext cx="548700" cy="393600"/>
          </a:xfrm>
          <a:prstGeom prst="rect">
            <a:avLst/>
          </a:prstGeom>
        </p:spPr>
        <p:txBody>
          <a:bodyPr anchorCtr="0" anchor="ctr" bIns="91425" lIns="91425" spcFirstLastPara="1" rIns="91425" wrap="square" tIns="91425">
            <a:normAutofit/>
          </a:bodyPr>
          <a:lstStyle>
            <a:lvl1pPr lvl="0">
              <a:buNone/>
              <a:defRPr/>
            </a:lvl1pPr>
            <a:lvl2pPr lvl="1">
              <a:buNone/>
              <a:defRPr/>
            </a:lvl2pPr>
            <a:lvl3pPr lvl="2">
              <a:buNone/>
              <a:defRPr/>
            </a:lvl3pPr>
            <a:lvl4pPr lvl="3">
              <a:buNone/>
              <a:defRPr/>
            </a:lvl4pPr>
            <a:lvl5pPr lvl="4">
              <a:buNone/>
              <a:defRPr/>
            </a:lvl5pPr>
            <a:lvl6pPr lvl="5">
              <a:buNone/>
              <a:defRPr/>
            </a:lvl6pPr>
            <a:lvl7pPr lvl="6">
              <a:buNone/>
              <a:defRPr/>
            </a:lvl7pPr>
            <a:lvl8pPr lvl="7">
              <a:buNone/>
              <a:defRPr/>
            </a:lvl8pPr>
            <a:lvl9pPr lvl="8">
              <a:buNone/>
              <a:defRPr/>
            </a:lvl9pPr>
          </a:lstStyle>
          <a:p>
            <a:pPr indent="0" lvl="0" marL="0" rtl="0" algn="r">
              <a:spcBef>
                <a:spcPts val="0"/>
              </a:spcBef>
              <a:spcAft>
                <a:spcPts val="0"/>
              </a:spcAft>
              <a:buNone/>
            </a:pPr>
            <a:fld id="{00000000-1234-1234-1234-123412341234}" type="slidenum">
              <a:rPr lang="en"/>
              <a:t>‹#›</a:t>
            </a:fld>
            <a:endParaRPr/>
          </a:p>
        </p:txBody>
      </p:sp>
    </p:spTree>
  </p:cSld>
  <p:clrMapOvr>
    <a:masterClrMapping/>
  </p:clrMapOvr>
</p:sldLayout>
</file>

<file path=ppt/slideLayouts/slideLayout8.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Section title and description">
  <p:cSld name="SECTION_TITLE_AND_DESCRIPTION">
    <p:spTree>
      <p:nvGrpSpPr>
        <p:cNvPr id="35" name="Shape 35"/>
        <p:cNvGrpSpPr/>
        <p:nvPr/>
      </p:nvGrpSpPr>
      <p:grpSpPr>
        <a:xfrm>
          <a:off x="0" y="0"/>
          <a:ext cx="0" cy="0"/>
          <a:chOff x="0" y="0"/>
          <a:chExt cx="0" cy="0"/>
        </a:xfrm>
      </p:grpSpPr>
      <p:sp>
        <p:nvSpPr>
          <p:cNvPr id="36" name="Google Shape;36;p9"/>
          <p:cNvSpPr/>
          <p:nvPr/>
        </p:nvSpPr>
        <p:spPr>
          <a:xfrm>
            <a:off x="4572000" y="-125"/>
            <a:ext cx="4572000" cy="5143500"/>
          </a:xfrm>
          <a:prstGeom prst="rect">
            <a:avLst/>
          </a:prstGeom>
          <a:solidFill>
            <a:schemeClr val="lt2"/>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37" name="Google Shape;37;p9"/>
          <p:cNvSpPr txBox="1"/>
          <p:nvPr>
            <p:ph type="title"/>
          </p:nvPr>
        </p:nvSpPr>
        <p:spPr>
          <a:xfrm>
            <a:off x="265500" y="1233175"/>
            <a:ext cx="4045200" cy="1482300"/>
          </a:xfrm>
          <a:prstGeom prst="rect">
            <a:avLst/>
          </a:prstGeom>
        </p:spPr>
        <p:txBody>
          <a:bodyPr anchorCtr="0" anchor="b" bIns="91425" lIns="91425" spcFirstLastPara="1" rIns="91425" wrap="square" tIns="91425">
            <a:normAutofit/>
          </a:bodyPr>
          <a:lstStyle>
            <a:lvl1pPr lvl="0" algn="ctr">
              <a:spcBef>
                <a:spcPts val="0"/>
              </a:spcBef>
              <a:spcAft>
                <a:spcPts val="0"/>
              </a:spcAft>
              <a:buSzPts val="4200"/>
              <a:buNone/>
              <a:defRPr sz="4200"/>
            </a:lvl1pPr>
            <a:lvl2pPr lvl="1" algn="ctr">
              <a:spcBef>
                <a:spcPts val="0"/>
              </a:spcBef>
              <a:spcAft>
                <a:spcPts val="0"/>
              </a:spcAft>
              <a:buSzPts val="4200"/>
              <a:buNone/>
              <a:defRPr sz="4200"/>
            </a:lvl2pPr>
            <a:lvl3pPr lvl="2" algn="ctr">
              <a:spcBef>
                <a:spcPts val="0"/>
              </a:spcBef>
              <a:spcAft>
                <a:spcPts val="0"/>
              </a:spcAft>
              <a:buSzPts val="4200"/>
              <a:buNone/>
              <a:defRPr sz="4200"/>
            </a:lvl3pPr>
            <a:lvl4pPr lvl="3" algn="ctr">
              <a:spcBef>
                <a:spcPts val="0"/>
              </a:spcBef>
              <a:spcAft>
                <a:spcPts val="0"/>
              </a:spcAft>
              <a:buSzPts val="4200"/>
              <a:buNone/>
              <a:defRPr sz="4200"/>
            </a:lvl4pPr>
            <a:lvl5pPr lvl="4" algn="ctr">
              <a:spcBef>
                <a:spcPts val="0"/>
              </a:spcBef>
              <a:spcAft>
                <a:spcPts val="0"/>
              </a:spcAft>
              <a:buSzPts val="4200"/>
              <a:buNone/>
              <a:defRPr sz="4200"/>
            </a:lvl5pPr>
            <a:lvl6pPr lvl="5" algn="ctr">
              <a:spcBef>
                <a:spcPts val="0"/>
              </a:spcBef>
              <a:spcAft>
                <a:spcPts val="0"/>
              </a:spcAft>
              <a:buSzPts val="4200"/>
              <a:buNone/>
              <a:defRPr sz="4200"/>
            </a:lvl6pPr>
            <a:lvl7pPr lvl="6" algn="ctr">
              <a:spcBef>
                <a:spcPts val="0"/>
              </a:spcBef>
              <a:spcAft>
                <a:spcPts val="0"/>
              </a:spcAft>
              <a:buSzPts val="4200"/>
              <a:buNone/>
              <a:defRPr sz="4200"/>
            </a:lvl7pPr>
            <a:lvl8pPr lvl="7" algn="ctr">
              <a:spcBef>
                <a:spcPts val="0"/>
              </a:spcBef>
              <a:spcAft>
                <a:spcPts val="0"/>
              </a:spcAft>
              <a:buSzPts val="4200"/>
              <a:buNone/>
              <a:defRPr sz="4200"/>
            </a:lvl8pPr>
            <a:lvl9pPr lvl="8" algn="ctr">
              <a:spcBef>
                <a:spcPts val="0"/>
              </a:spcBef>
              <a:spcAft>
                <a:spcPts val="0"/>
              </a:spcAft>
              <a:buSzPts val="4200"/>
              <a:buNone/>
              <a:defRPr sz="4200"/>
            </a:lvl9pPr>
          </a:lstStyle>
          <a:p/>
        </p:txBody>
      </p:sp>
      <p:sp>
        <p:nvSpPr>
          <p:cNvPr id="38" name="Google Shape;38;p9"/>
          <p:cNvSpPr txBox="1"/>
          <p:nvPr>
            <p:ph idx="1" type="subTitle"/>
          </p:nvPr>
        </p:nvSpPr>
        <p:spPr>
          <a:xfrm>
            <a:off x="265500" y="2803075"/>
            <a:ext cx="4045200" cy="1235100"/>
          </a:xfrm>
          <a:prstGeom prst="rect">
            <a:avLst/>
          </a:prstGeom>
        </p:spPr>
        <p:txBody>
          <a:bodyPr anchorCtr="0" anchor="t" bIns="91425" lIns="91425" spcFirstLastPara="1" rIns="91425" wrap="square" tIns="91425">
            <a:normAutofit/>
          </a:bodyPr>
          <a:lstStyle>
            <a:lvl1pPr lvl="0" algn="ctr">
              <a:lnSpc>
                <a:spcPct val="100000"/>
              </a:lnSpc>
              <a:spcBef>
                <a:spcPts val="0"/>
              </a:spcBef>
              <a:spcAft>
                <a:spcPts val="0"/>
              </a:spcAft>
              <a:buSzPts val="2100"/>
              <a:buNone/>
              <a:defRPr sz="2100"/>
            </a:lvl1pPr>
            <a:lvl2pPr lvl="1" algn="ctr">
              <a:lnSpc>
                <a:spcPct val="100000"/>
              </a:lnSpc>
              <a:spcBef>
                <a:spcPts val="0"/>
              </a:spcBef>
              <a:spcAft>
                <a:spcPts val="0"/>
              </a:spcAft>
              <a:buSzPts val="2100"/>
              <a:buNone/>
              <a:defRPr sz="2100"/>
            </a:lvl2pPr>
            <a:lvl3pPr lvl="2" algn="ctr">
              <a:lnSpc>
                <a:spcPct val="100000"/>
              </a:lnSpc>
              <a:spcBef>
                <a:spcPts val="0"/>
              </a:spcBef>
              <a:spcAft>
                <a:spcPts val="0"/>
              </a:spcAft>
              <a:buSzPts val="2100"/>
              <a:buNone/>
              <a:defRPr sz="2100"/>
            </a:lvl3pPr>
            <a:lvl4pPr lvl="3" algn="ctr">
              <a:lnSpc>
                <a:spcPct val="100000"/>
              </a:lnSpc>
              <a:spcBef>
                <a:spcPts val="0"/>
              </a:spcBef>
              <a:spcAft>
                <a:spcPts val="0"/>
              </a:spcAft>
              <a:buSzPts val="2100"/>
              <a:buNone/>
              <a:defRPr sz="2100"/>
            </a:lvl4pPr>
            <a:lvl5pPr lvl="4" algn="ctr">
              <a:lnSpc>
                <a:spcPct val="100000"/>
              </a:lnSpc>
              <a:spcBef>
                <a:spcPts val="0"/>
              </a:spcBef>
              <a:spcAft>
                <a:spcPts val="0"/>
              </a:spcAft>
              <a:buSzPts val="2100"/>
              <a:buNone/>
              <a:defRPr sz="2100"/>
            </a:lvl5pPr>
            <a:lvl6pPr lvl="5" algn="ctr">
              <a:lnSpc>
                <a:spcPct val="100000"/>
              </a:lnSpc>
              <a:spcBef>
                <a:spcPts val="0"/>
              </a:spcBef>
              <a:spcAft>
                <a:spcPts val="0"/>
              </a:spcAft>
              <a:buSzPts val="2100"/>
              <a:buNone/>
              <a:defRPr sz="2100"/>
            </a:lvl6pPr>
            <a:lvl7pPr lvl="6" algn="ctr">
              <a:lnSpc>
                <a:spcPct val="100000"/>
              </a:lnSpc>
              <a:spcBef>
                <a:spcPts val="0"/>
              </a:spcBef>
              <a:spcAft>
                <a:spcPts val="0"/>
              </a:spcAft>
              <a:buSzPts val="2100"/>
              <a:buNone/>
              <a:defRPr sz="2100"/>
            </a:lvl7pPr>
            <a:lvl8pPr lvl="7" algn="ctr">
              <a:lnSpc>
                <a:spcPct val="100000"/>
              </a:lnSpc>
              <a:spcBef>
                <a:spcPts val="0"/>
              </a:spcBef>
              <a:spcAft>
                <a:spcPts val="0"/>
              </a:spcAft>
              <a:buSzPts val="2100"/>
              <a:buNone/>
              <a:defRPr sz="2100"/>
            </a:lvl8pPr>
            <a:lvl9pPr lvl="8" algn="ctr">
              <a:lnSpc>
                <a:spcPct val="100000"/>
              </a:lnSpc>
              <a:spcBef>
                <a:spcPts val="0"/>
              </a:spcBef>
              <a:spcAft>
                <a:spcPts val="0"/>
              </a:spcAft>
              <a:buSzPts val="2100"/>
              <a:buNone/>
              <a:defRPr sz="2100"/>
            </a:lvl9pPr>
          </a:lstStyle>
          <a:p/>
        </p:txBody>
      </p:sp>
      <p:sp>
        <p:nvSpPr>
          <p:cNvPr id="39" name="Google Shape;39;p9"/>
          <p:cNvSpPr txBox="1"/>
          <p:nvPr>
            <p:ph idx="2" type="body"/>
          </p:nvPr>
        </p:nvSpPr>
        <p:spPr>
          <a:xfrm>
            <a:off x="4939500" y="724075"/>
            <a:ext cx="3837000" cy="3695100"/>
          </a:xfrm>
          <a:prstGeom prst="rect">
            <a:avLst/>
          </a:prstGeom>
        </p:spPr>
        <p:txBody>
          <a:bodyPr anchorCtr="0" anchor="ctr" bIns="91425" lIns="91425" spcFirstLastPara="1" rIns="91425" wrap="square" tIns="91425">
            <a:normAutofit/>
          </a:bodyPr>
          <a:lstStyle>
            <a:lvl1pPr indent="-342900" lvl="0" marL="457200">
              <a:spcBef>
                <a:spcPts val="0"/>
              </a:spcBef>
              <a:spcAft>
                <a:spcPts val="0"/>
              </a:spcAft>
              <a:buSzPts val="1800"/>
              <a:buChar char="●"/>
              <a:defRPr/>
            </a:lvl1pPr>
            <a:lvl2pPr indent="-317500" lvl="1" marL="914400">
              <a:spcBef>
                <a:spcPts val="0"/>
              </a:spcBef>
              <a:spcAft>
                <a:spcPts val="0"/>
              </a:spcAft>
              <a:buSzPts val="1400"/>
              <a:buChar char="○"/>
              <a:defRPr/>
            </a:lvl2pPr>
            <a:lvl3pPr indent="-317500" lvl="2" marL="1371600">
              <a:spcBef>
                <a:spcPts val="0"/>
              </a:spcBef>
              <a:spcAft>
                <a:spcPts val="0"/>
              </a:spcAft>
              <a:buSzPts val="1400"/>
              <a:buChar char="■"/>
              <a:defRPr/>
            </a:lvl3pPr>
            <a:lvl4pPr indent="-317500" lvl="3" marL="1828800">
              <a:spcBef>
                <a:spcPts val="0"/>
              </a:spcBef>
              <a:spcAft>
                <a:spcPts val="0"/>
              </a:spcAft>
              <a:buSzPts val="1400"/>
              <a:buChar char="●"/>
              <a:defRPr/>
            </a:lvl4pPr>
            <a:lvl5pPr indent="-317500" lvl="4" marL="2286000">
              <a:spcBef>
                <a:spcPts val="0"/>
              </a:spcBef>
              <a:spcAft>
                <a:spcPts val="0"/>
              </a:spcAft>
              <a:buSzPts val="1400"/>
              <a:buChar char="○"/>
              <a:defRPr/>
            </a:lvl5pPr>
            <a:lvl6pPr indent="-317500" lvl="5" marL="2743200">
              <a:spcBef>
                <a:spcPts val="0"/>
              </a:spcBef>
              <a:spcAft>
                <a:spcPts val="0"/>
              </a:spcAft>
              <a:buSzPts val="1400"/>
              <a:buChar char="■"/>
              <a:defRPr/>
            </a:lvl6pPr>
            <a:lvl7pPr indent="-317500" lvl="6" marL="3200400">
              <a:spcBef>
                <a:spcPts val="0"/>
              </a:spcBef>
              <a:spcAft>
                <a:spcPts val="0"/>
              </a:spcAft>
              <a:buSzPts val="1400"/>
              <a:buChar char="●"/>
              <a:defRPr/>
            </a:lvl7pPr>
            <a:lvl8pPr indent="-317500" lvl="7" marL="3657600">
              <a:spcBef>
                <a:spcPts val="0"/>
              </a:spcBef>
              <a:spcAft>
                <a:spcPts val="0"/>
              </a:spcAft>
              <a:buSzPts val="1400"/>
              <a:buChar char="○"/>
              <a:defRPr/>
            </a:lvl8pPr>
            <a:lvl9pPr indent="-317500" lvl="8" marL="4114800">
              <a:spcBef>
                <a:spcPts val="0"/>
              </a:spcBef>
              <a:spcAft>
                <a:spcPts val="0"/>
              </a:spcAft>
              <a:buSzPts val="1400"/>
              <a:buChar char="■"/>
              <a:defRPr/>
            </a:lvl9pPr>
          </a:lstStyle>
          <a:p/>
        </p:txBody>
      </p:sp>
      <p:sp>
        <p:nvSpPr>
          <p:cNvPr id="40" name="Google Shape;40;p9"/>
          <p:cNvSpPr txBox="1"/>
          <p:nvPr>
            <p:ph idx="12" type="sldNum"/>
          </p:nvPr>
        </p:nvSpPr>
        <p:spPr>
          <a:xfrm>
            <a:off x="8472458" y="4663217"/>
            <a:ext cx="548700" cy="393600"/>
          </a:xfrm>
          <a:prstGeom prst="rect">
            <a:avLst/>
          </a:prstGeom>
        </p:spPr>
        <p:txBody>
          <a:bodyPr anchorCtr="0" anchor="ctr" bIns="91425" lIns="91425" spcFirstLastPara="1" rIns="91425" wrap="square" tIns="91425">
            <a:normAutofit/>
          </a:bodyPr>
          <a:lstStyle>
            <a:lvl1pPr lvl="0">
              <a:buNone/>
              <a:defRPr/>
            </a:lvl1pPr>
            <a:lvl2pPr lvl="1">
              <a:buNone/>
              <a:defRPr/>
            </a:lvl2pPr>
            <a:lvl3pPr lvl="2">
              <a:buNone/>
              <a:defRPr/>
            </a:lvl3pPr>
            <a:lvl4pPr lvl="3">
              <a:buNone/>
              <a:defRPr/>
            </a:lvl4pPr>
            <a:lvl5pPr lvl="4">
              <a:buNone/>
              <a:defRPr/>
            </a:lvl5pPr>
            <a:lvl6pPr lvl="5">
              <a:buNone/>
              <a:defRPr/>
            </a:lvl6pPr>
            <a:lvl7pPr lvl="6">
              <a:buNone/>
              <a:defRPr/>
            </a:lvl7pPr>
            <a:lvl8pPr lvl="7">
              <a:buNone/>
              <a:defRPr/>
            </a:lvl8pPr>
            <a:lvl9pPr lvl="8">
              <a:buNone/>
              <a:defRPr/>
            </a:lvl9pPr>
          </a:lstStyle>
          <a:p>
            <a:pPr indent="0" lvl="0" marL="0" rtl="0" algn="r">
              <a:spcBef>
                <a:spcPts val="0"/>
              </a:spcBef>
              <a:spcAft>
                <a:spcPts val="0"/>
              </a:spcAft>
              <a:buNone/>
            </a:pPr>
            <a:fld id="{00000000-1234-1234-1234-123412341234}" type="slidenum">
              <a:rPr lang="en"/>
              <a:t>‹#›</a:t>
            </a:fld>
            <a:endParaRPr/>
          </a:p>
        </p:txBody>
      </p:sp>
    </p:spTree>
  </p:cSld>
  <p:clrMapOvr>
    <a:masterClrMapping/>
  </p:clrMapOvr>
</p:sldLayout>
</file>

<file path=ppt/slideLayouts/slideLayout9.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Caption">
  <p:cSld name="CAPTION_ONLY">
    <p:spTree>
      <p:nvGrpSpPr>
        <p:cNvPr id="41" name="Shape 41"/>
        <p:cNvGrpSpPr/>
        <p:nvPr/>
      </p:nvGrpSpPr>
      <p:grpSpPr>
        <a:xfrm>
          <a:off x="0" y="0"/>
          <a:ext cx="0" cy="0"/>
          <a:chOff x="0" y="0"/>
          <a:chExt cx="0" cy="0"/>
        </a:xfrm>
      </p:grpSpPr>
      <p:sp>
        <p:nvSpPr>
          <p:cNvPr id="42" name="Google Shape;42;p10"/>
          <p:cNvSpPr txBox="1"/>
          <p:nvPr>
            <p:ph idx="1" type="body"/>
          </p:nvPr>
        </p:nvSpPr>
        <p:spPr>
          <a:xfrm>
            <a:off x="311700" y="4230575"/>
            <a:ext cx="5998800" cy="605100"/>
          </a:xfrm>
          <a:prstGeom prst="rect">
            <a:avLst/>
          </a:prstGeom>
        </p:spPr>
        <p:txBody>
          <a:bodyPr anchorCtr="0" anchor="ctr" bIns="91425" lIns="91425" spcFirstLastPara="1" rIns="91425" wrap="square" tIns="91425">
            <a:normAutofit/>
          </a:bodyPr>
          <a:lstStyle>
            <a:lvl1pPr indent="-228600" lvl="0" marL="457200">
              <a:lnSpc>
                <a:spcPct val="100000"/>
              </a:lnSpc>
              <a:spcBef>
                <a:spcPts val="0"/>
              </a:spcBef>
              <a:spcAft>
                <a:spcPts val="0"/>
              </a:spcAft>
              <a:buSzPts val="1800"/>
              <a:buNone/>
              <a:defRPr/>
            </a:lvl1pPr>
          </a:lstStyle>
          <a:p/>
        </p:txBody>
      </p:sp>
      <p:sp>
        <p:nvSpPr>
          <p:cNvPr id="43" name="Google Shape;43;p10"/>
          <p:cNvSpPr txBox="1"/>
          <p:nvPr>
            <p:ph idx="12" type="sldNum"/>
          </p:nvPr>
        </p:nvSpPr>
        <p:spPr>
          <a:xfrm>
            <a:off x="8472458" y="4663217"/>
            <a:ext cx="548700" cy="393600"/>
          </a:xfrm>
          <a:prstGeom prst="rect">
            <a:avLst/>
          </a:prstGeom>
        </p:spPr>
        <p:txBody>
          <a:bodyPr anchorCtr="0" anchor="ctr" bIns="91425" lIns="91425" spcFirstLastPara="1" rIns="91425" wrap="square" tIns="91425">
            <a:normAutofit/>
          </a:bodyPr>
          <a:lstStyle>
            <a:lvl1pPr lvl="0">
              <a:buNone/>
              <a:defRPr/>
            </a:lvl1pPr>
            <a:lvl2pPr lvl="1">
              <a:buNone/>
              <a:defRPr/>
            </a:lvl2pPr>
            <a:lvl3pPr lvl="2">
              <a:buNone/>
              <a:defRPr/>
            </a:lvl3pPr>
            <a:lvl4pPr lvl="3">
              <a:buNone/>
              <a:defRPr/>
            </a:lvl4pPr>
            <a:lvl5pPr lvl="4">
              <a:buNone/>
              <a:defRPr/>
            </a:lvl5pPr>
            <a:lvl6pPr lvl="5">
              <a:buNone/>
              <a:defRPr/>
            </a:lvl6pPr>
            <a:lvl7pPr lvl="6">
              <a:buNone/>
              <a:defRPr/>
            </a:lvl7pPr>
            <a:lvl8pPr lvl="7">
              <a:buNone/>
              <a:defRPr/>
            </a:lvl8pPr>
            <a:lvl9pPr lvl="8">
              <a:buNone/>
              <a:defRPr/>
            </a:lvl9pPr>
          </a:lstStyle>
          <a:p>
            <a:pPr indent="0" lvl="0" marL="0" rtl="0" algn="r">
              <a:spcBef>
                <a:spcPts val="0"/>
              </a:spcBef>
              <a:spcAft>
                <a:spcPts val="0"/>
              </a:spcAft>
              <a:buNone/>
            </a:pPr>
            <a:fld id="{00000000-1234-1234-1234-123412341234}" type="slidenum">
              <a:rPr lang="en"/>
              <a:t>‹#›</a:t>
            </a:fld>
            <a:endParaRPr/>
          </a:p>
        </p:txBody>
      </p:sp>
    </p:spTree>
  </p:cSld>
  <p:clrMapOvr>
    <a:masterClrMapping/>
  </p:clrMapOvr>
</p:sldLayout>
</file>

<file path=ppt/slideLayouts/slideLayout10.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Big number">
  <p:cSld name="BIG_NUMBER">
    <p:spTree>
      <p:nvGrpSpPr>
        <p:cNvPr id="44" name="Shape 44"/>
        <p:cNvGrpSpPr/>
        <p:nvPr/>
      </p:nvGrpSpPr>
      <p:grpSpPr>
        <a:xfrm>
          <a:off x="0" y="0"/>
          <a:ext cx="0" cy="0"/>
          <a:chOff x="0" y="0"/>
          <a:chExt cx="0" cy="0"/>
        </a:xfrm>
      </p:grpSpPr>
      <p:sp>
        <p:nvSpPr>
          <p:cNvPr id="45" name="Google Shape;45;p11"/>
          <p:cNvSpPr txBox="1"/>
          <p:nvPr>
            <p:ph hasCustomPrompt="1" type="title"/>
          </p:nvPr>
        </p:nvSpPr>
        <p:spPr>
          <a:xfrm>
            <a:off x="311700" y="1106125"/>
            <a:ext cx="8520600" cy="1963500"/>
          </a:xfrm>
          <a:prstGeom prst="rect">
            <a:avLst/>
          </a:prstGeom>
        </p:spPr>
        <p:txBody>
          <a:bodyPr anchorCtr="0" anchor="b" bIns="91425" lIns="91425" spcFirstLastPara="1" rIns="91425" wrap="square" tIns="91425">
            <a:normAutofit/>
          </a:bodyPr>
          <a:lstStyle>
            <a:lvl1pPr lvl="0" algn="ctr">
              <a:spcBef>
                <a:spcPts val="0"/>
              </a:spcBef>
              <a:spcAft>
                <a:spcPts val="0"/>
              </a:spcAft>
              <a:buSzPts val="12000"/>
              <a:buNone/>
              <a:defRPr sz="12000"/>
            </a:lvl1pPr>
            <a:lvl2pPr lvl="1" algn="ctr">
              <a:spcBef>
                <a:spcPts val="0"/>
              </a:spcBef>
              <a:spcAft>
                <a:spcPts val="0"/>
              </a:spcAft>
              <a:buSzPts val="12000"/>
              <a:buNone/>
              <a:defRPr sz="12000"/>
            </a:lvl2pPr>
            <a:lvl3pPr lvl="2" algn="ctr">
              <a:spcBef>
                <a:spcPts val="0"/>
              </a:spcBef>
              <a:spcAft>
                <a:spcPts val="0"/>
              </a:spcAft>
              <a:buSzPts val="12000"/>
              <a:buNone/>
              <a:defRPr sz="12000"/>
            </a:lvl3pPr>
            <a:lvl4pPr lvl="3" algn="ctr">
              <a:spcBef>
                <a:spcPts val="0"/>
              </a:spcBef>
              <a:spcAft>
                <a:spcPts val="0"/>
              </a:spcAft>
              <a:buSzPts val="12000"/>
              <a:buNone/>
              <a:defRPr sz="12000"/>
            </a:lvl4pPr>
            <a:lvl5pPr lvl="4" algn="ctr">
              <a:spcBef>
                <a:spcPts val="0"/>
              </a:spcBef>
              <a:spcAft>
                <a:spcPts val="0"/>
              </a:spcAft>
              <a:buSzPts val="12000"/>
              <a:buNone/>
              <a:defRPr sz="12000"/>
            </a:lvl5pPr>
            <a:lvl6pPr lvl="5" algn="ctr">
              <a:spcBef>
                <a:spcPts val="0"/>
              </a:spcBef>
              <a:spcAft>
                <a:spcPts val="0"/>
              </a:spcAft>
              <a:buSzPts val="12000"/>
              <a:buNone/>
              <a:defRPr sz="12000"/>
            </a:lvl6pPr>
            <a:lvl7pPr lvl="6" algn="ctr">
              <a:spcBef>
                <a:spcPts val="0"/>
              </a:spcBef>
              <a:spcAft>
                <a:spcPts val="0"/>
              </a:spcAft>
              <a:buSzPts val="12000"/>
              <a:buNone/>
              <a:defRPr sz="12000"/>
            </a:lvl7pPr>
            <a:lvl8pPr lvl="7" algn="ctr">
              <a:spcBef>
                <a:spcPts val="0"/>
              </a:spcBef>
              <a:spcAft>
                <a:spcPts val="0"/>
              </a:spcAft>
              <a:buSzPts val="12000"/>
              <a:buNone/>
              <a:defRPr sz="12000"/>
            </a:lvl8pPr>
            <a:lvl9pPr lvl="8" algn="ctr">
              <a:spcBef>
                <a:spcPts val="0"/>
              </a:spcBef>
              <a:spcAft>
                <a:spcPts val="0"/>
              </a:spcAft>
              <a:buSzPts val="12000"/>
              <a:buNone/>
              <a:defRPr sz="12000"/>
            </a:lvl9pPr>
          </a:lstStyle>
          <a:p>
            <a:r>
              <a:t>xx%</a:t>
            </a:r>
          </a:p>
        </p:txBody>
      </p:sp>
      <p:sp>
        <p:nvSpPr>
          <p:cNvPr id="46" name="Google Shape;46;p11"/>
          <p:cNvSpPr txBox="1"/>
          <p:nvPr>
            <p:ph idx="1" type="body"/>
          </p:nvPr>
        </p:nvSpPr>
        <p:spPr>
          <a:xfrm>
            <a:off x="311700" y="3152225"/>
            <a:ext cx="8520600" cy="1300800"/>
          </a:xfrm>
          <a:prstGeom prst="rect">
            <a:avLst/>
          </a:prstGeom>
        </p:spPr>
        <p:txBody>
          <a:bodyPr anchorCtr="0" anchor="t" bIns="91425" lIns="91425" spcFirstLastPara="1" rIns="91425" wrap="square" tIns="91425">
            <a:normAutofit/>
          </a:bodyPr>
          <a:lstStyle>
            <a:lvl1pPr indent="-342900" lvl="0" marL="457200" algn="ctr">
              <a:spcBef>
                <a:spcPts val="0"/>
              </a:spcBef>
              <a:spcAft>
                <a:spcPts val="0"/>
              </a:spcAft>
              <a:buSzPts val="1800"/>
              <a:buChar char="●"/>
              <a:defRPr/>
            </a:lvl1pPr>
            <a:lvl2pPr indent="-317500" lvl="1" marL="914400" algn="ctr">
              <a:spcBef>
                <a:spcPts val="0"/>
              </a:spcBef>
              <a:spcAft>
                <a:spcPts val="0"/>
              </a:spcAft>
              <a:buSzPts val="1400"/>
              <a:buChar char="○"/>
              <a:defRPr/>
            </a:lvl2pPr>
            <a:lvl3pPr indent="-317500" lvl="2" marL="1371600" algn="ctr">
              <a:spcBef>
                <a:spcPts val="0"/>
              </a:spcBef>
              <a:spcAft>
                <a:spcPts val="0"/>
              </a:spcAft>
              <a:buSzPts val="1400"/>
              <a:buChar char="■"/>
              <a:defRPr/>
            </a:lvl3pPr>
            <a:lvl4pPr indent="-317500" lvl="3" marL="1828800" algn="ctr">
              <a:spcBef>
                <a:spcPts val="0"/>
              </a:spcBef>
              <a:spcAft>
                <a:spcPts val="0"/>
              </a:spcAft>
              <a:buSzPts val="1400"/>
              <a:buChar char="●"/>
              <a:defRPr/>
            </a:lvl4pPr>
            <a:lvl5pPr indent="-317500" lvl="4" marL="2286000" algn="ctr">
              <a:spcBef>
                <a:spcPts val="0"/>
              </a:spcBef>
              <a:spcAft>
                <a:spcPts val="0"/>
              </a:spcAft>
              <a:buSzPts val="1400"/>
              <a:buChar char="○"/>
              <a:defRPr/>
            </a:lvl5pPr>
            <a:lvl6pPr indent="-317500" lvl="5" marL="2743200" algn="ctr">
              <a:spcBef>
                <a:spcPts val="0"/>
              </a:spcBef>
              <a:spcAft>
                <a:spcPts val="0"/>
              </a:spcAft>
              <a:buSzPts val="1400"/>
              <a:buChar char="■"/>
              <a:defRPr/>
            </a:lvl6pPr>
            <a:lvl7pPr indent="-317500" lvl="6" marL="3200400" algn="ctr">
              <a:spcBef>
                <a:spcPts val="0"/>
              </a:spcBef>
              <a:spcAft>
                <a:spcPts val="0"/>
              </a:spcAft>
              <a:buSzPts val="1400"/>
              <a:buChar char="●"/>
              <a:defRPr/>
            </a:lvl7pPr>
            <a:lvl8pPr indent="-317500" lvl="7" marL="3657600" algn="ctr">
              <a:spcBef>
                <a:spcPts val="0"/>
              </a:spcBef>
              <a:spcAft>
                <a:spcPts val="0"/>
              </a:spcAft>
              <a:buSzPts val="1400"/>
              <a:buChar char="○"/>
              <a:defRPr/>
            </a:lvl8pPr>
            <a:lvl9pPr indent="-317500" lvl="8" marL="4114800" algn="ctr">
              <a:spcBef>
                <a:spcPts val="0"/>
              </a:spcBef>
              <a:spcAft>
                <a:spcPts val="0"/>
              </a:spcAft>
              <a:buSzPts val="1400"/>
              <a:buChar char="■"/>
              <a:defRPr/>
            </a:lvl9pPr>
          </a:lstStyle>
          <a:p/>
        </p:txBody>
      </p:sp>
      <p:sp>
        <p:nvSpPr>
          <p:cNvPr id="47" name="Google Shape;47;p11"/>
          <p:cNvSpPr txBox="1"/>
          <p:nvPr>
            <p:ph idx="12" type="sldNum"/>
          </p:nvPr>
        </p:nvSpPr>
        <p:spPr>
          <a:xfrm>
            <a:off x="8472458" y="4663217"/>
            <a:ext cx="548700" cy="393600"/>
          </a:xfrm>
          <a:prstGeom prst="rect">
            <a:avLst/>
          </a:prstGeom>
        </p:spPr>
        <p:txBody>
          <a:bodyPr anchorCtr="0" anchor="ctr" bIns="91425" lIns="91425" spcFirstLastPara="1" rIns="91425" wrap="square" tIns="91425">
            <a:normAutofit/>
          </a:bodyPr>
          <a:lstStyle>
            <a:lvl1pPr lvl="0">
              <a:buNone/>
              <a:defRPr/>
            </a:lvl1pPr>
            <a:lvl2pPr lvl="1">
              <a:buNone/>
              <a:defRPr/>
            </a:lvl2pPr>
            <a:lvl3pPr lvl="2">
              <a:buNone/>
              <a:defRPr/>
            </a:lvl3pPr>
            <a:lvl4pPr lvl="3">
              <a:buNone/>
              <a:defRPr/>
            </a:lvl4pPr>
            <a:lvl5pPr lvl="4">
              <a:buNone/>
              <a:defRPr/>
            </a:lvl5pPr>
            <a:lvl6pPr lvl="5">
              <a:buNone/>
              <a:defRPr/>
            </a:lvl6pPr>
            <a:lvl7pPr lvl="6">
              <a:buNone/>
              <a:defRPr/>
            </a:lvl7pPr>
            <a:lvl8pPr lvl="7">
              <a:buNone/>
              <a:defRPr/>
            </a:lvl8pPr>
            <a:lvl9pPr lvl="8">
              <a:buNone/>
              <a:defRPr/>
            </a:lvl9pPr>
          </a:lstStyle>
          <a:p>
            <a:pPr indent="0" lvl="0" marL="0" rtl="0" algn="r">
              <a:spcBef>
                <a:spcPts val="0"/>
              </a:spcBef>
              <a:spcAft>
                <a:spcPts val="0"/>
              </a:spcAft>
              <a:buNone/>
            </a:pPr>
            <a:fld id="{00000000-1234-1234-1234-123412341234}" type="slidenum">
              <a:rPr lang="en"/>
              <a:t>‹#›</a:t>
            </a:fld>
            <a:endParaRPr/>
          </a:p>
        </p:txBody>
      </p:sp>
    </p:spTree>
  </p:cSld>
  <p:clrMapOvr>
    <a:masterClrMapping/>
  </p:clrMapOvr>
</p:sldLayout>
</file>

<file path=ppt/slideLayouts/slideLayout11.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Blank" type="blank">
  <p:cSld name="BLANK">
    <p:spTree>
      <p:nvGrpSpPr>
        <p:cNvPr id="48" name="Shape 48"/>
        <p:cNvGrpSpPr/>
        <p:nvPr/>
      </p:nvGrpSpPr>
      <p:grpSpPr>
        <a:xfrm>
          <a:off x="0" y="0"/>
          <a:ext cx="0" cy="0"/>
          <a:chOff x="0" y="0"/>
          <a:chExt cx="0" cy="0"/>
        </a:xfrm>
      </p:grpSpPr>
      <p:sp>
        <p:nvSpPr>
          <p:cNvPr id="49" name="Google Shape;49;p12"/>
          <p:cNvSpPr txBox="1"/>
          <p:nvPr>
            <p:ph idx="12" type="sldNum"/>
          </p:nvPr>
        </p:nvSpPr>
        <p:spPr>
          <a:xfrm>
            <a:off x="8472458" y="4663217"/>
            <a:ext cx="548700" cy="393600"/>
          </a:xfrm>
          <a:prstGeom prst="rect">
            <a:avLst/>
          </a:prstGeom>
        </p:spPr>
        <p:txBody>
          <a:bodyPr anchorCtr="0" anchor="ctr" bIns="91425" lIns="91425" spcFirstLastPara="1" rIns="91425" wrap="square" tIns="91425">
            <a:normAutofit/>
          </a:bodyPr>
          <a:lstStyle>
            <a:lvl1pPr lvl="0">
              <a:buNone/>
              <a:defRPr/>
            </a:lvl1pPr>
            <a:lvl2pPr lvl="1">
              <a:buNone/>
              <a:defRPr/>
            </a:lvl2pPr>
            <a:lvl3pPr lvl="2">
              <a:buNone/>
              <a:defRPr/>
            </a:lvl3pPr>
            <a:lvl4pPr lvl="3">
              <a:buNone/>
              <a:defRPr/>
            </a:lvl4pPr>
            <a:lvl5pPr lvl="4">
              <a:buNone/>
              <a:defRPr/>
            </a:lvl5pPr>
            <a:lvl6pPr lvl="5">
              <a:buNone/>
              <a:defRPr/>
            </a:lvl6pPr>
            <a:lvl7pPr lvl="6">
              <a:buNone/>
              <a:defRPr/>
            </a:lvl7pPr>
            <a:lvl8pPr lvl="7">
              <a:buNone/>
              <a:defRPr/>
            </a:lvl8pPr>
            <a:lvl9pPr lvl="8">
              <a:buNone/>
              <a:defRPr/>
            </a:lvl9pPr>
          </a:lstStyle>
          <a:p>
            <a:pPr indent="0" lvl="0" marL="0" rtl="0" algn="r">
              <a:spcBef>
                <a:spcPts val="0"/>
              </a:spcBef>
              <a:spcAft>
                <a:spcPts val="0"/>
              </a:spcAft>
              <a:buNone/>
            </a:pPr>
            <a:fld id="{00000000-1234-1234-1234-123412341234}" type="slidenum">
              <a:rPr lang="en"/>
              <a:t>‹#›</a:t>
            </a:fld>
            <a:endParaRPr/>
          </a:p>
        </p:txBody>
      </p:sp>
    </p:spTree>
  </p:cSld>
  <p:clrMapOvr>
    <a:masterClrMapping/>
  </p:clrMapOvr>
</p:sldLayout>
</file>

<file path=ppt/slideMasters/_rels/slideMaster1.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slideLayout" Target="../slideLayouts/slideLayout2.xml"/><Relationship Id="rId3" Type="http://schemas.openxmlformats.org/officeDocument/2006/relationships/slideLayout" Target="../slideLayouts/slideLayout3.xml"/><Relationship Id="rId4" Type="http://schemas.openxmlformats.org/officeDocument/2006/relationships/slideLayout" Target="../slideLayouts/slideLayout4.xml"/><Relationship Id="rId11" Type="http://schemas.openxmlformats.org/officeDocument/2006/relationships/slideLayout" Target="../slideLayouts/slideLayout11.xml"/><Relationship Id="rId10" Type="http://schemas.openxmlformats.org/officeDocument/2006/relationships/slideLayout" Target="../slideLayouts/slideLayout10.xml"/><Relationship Id="rId12" Type="http://schemas.openxmlformats.org/officeDocument/2006/relationships/theme" Target="../theme/theme2.xml"/><Relationship Id="rId9" Type="http://schemas.openxmlformats.org/officeDocument/2006/relationships/slideLayout" Target="../slideLayouts/slideLayout9.xml"/><Relationship Id="rId5" Type="http://schemas.openxmlformats.org/officeDocument/2006/relationships/slideLayout" Target="../slideLayouts/slideLayout5.xml"/><Relationship Id="rId6" Type="http://schemas.openxmlformats.org/officeDocument/2006/relationships/slideLayout" Target="../slideLayouts/slideLayout6.xml"/><Relationship Id="rId7" Type="http://schemas.openxmlformats.org/officeDocument/2006/relationships/slideLayout" Target="../slideLayouts/slideLayout7.xml"/><Relationship Id="rId8" Type="http://schemas.openxmlformats.org/officeDocument/2006/relationships/slideLayout" Target="../slideLayouts/slideLayout8.xml"/></Relationships>
</file>

<file path=ppt/slideMasters/slideMaster1.xml><?xml version="1.0" encoding="utf-8"?>
<p:sldMaster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name="simple-light-2">
    <p:bg>
      <p:bgPr>
        <a:solidFill>
          <a:schemeClr val="lt1"/>
        </a:solidFill>
      </p:bgPr>
    </p:bg>
    <p:spTree>
      <p:nvGrpSpPr>
        <p:cNvPr id="5" name="Shape 5"/>
        <p:cNvGrpSpPr/>
        <p:nvPr/>
      </p:nvGrpSpPr>
      <p:grpSpPr>
        <a:xfrm>
          <a:off x="0" y="0"/>
          <a:ext cx="0" cy="0"/>
          <a:chOff x="0" y="0"/>
          <a:chExt cx="0" cy="0"/>
        </a:xfrm>
      </p:grpSpPr>
      <p:sp>
        <p:nvSpPr>
          <p:cNvPr id="6" name="Google Shape;6;p1"/>
          <p:cNvSpPr txBox="1"/>
          <p:nvPr>
            <p:ph type="title"/>
          </p:nvPr>
        </p:nvSpPr>
        <p:spPr>
          <a:xfrm>
            <a:off x="311700" y="445025"/>
            <a:ext cx="8520600" cy="572700"/>
          </a:xfrm>
          <a:prstGeom prst="rect">
            <a:avLst/>
          </a:prstGeom>
          <a:noFill/>
          <a:ln>
            <a:noFill/>
          </a:ln>
        </p:spPr>
        <p:txBody>
          <a:bodyPr anchorCtr="0" anchor="t" bIns="91425" lIns="91425" spcFirstLastPara="1" rIns="91425" wrap="square" tIns="91425">
            <a:normAutofit/>
          </a:bodyPr>
          <a:lstStyle>
            <a:lvl1pPr lvl="0">
              <a:spcBef>
                <a:spcPts val="0"/>
              </a:spcBef>
              <a:spcAft>
                <a:spcPts val="0"/>
              </a:spcAft>
              <a:buClr>
                <a:schemeClr val="dk1"/>
              </a:buClr>
              <a:buSzPts val="2800"/>
              <a:buNone/>
              <a:defRPr sz="2800">
                <a:solidFill>
                  <a:schemeClr val="dk1"/>
                </a:solidFill>
              </a:defRPr>
            </a:lvl1pPr>
            <a:lvl2pPr lvl="1">
              <a:spcBef>
                <a:spcPts val="0"/>
              </a:spcBef>
              <a:spcAft>
                <a:spcPts val="0"/>
              </a:spcAft>
              <a:buClr>
                <a:schemeClr val="dk1"/>
              </a:buClr>
              <a:buSzPts val="2800"/>
              <a:buNone/>
              <a:defRPr sz="2800">
                <a:solidFill>
                  <a:schemeClr val="dk1"/>
                </a:solidFill>
              </a:defRPr>
            </a:lvl2pPr>
            <a:lvl3pPr lvl="2">
              <a:spcBef>
                <a:spcPts val="0"/>
              </a:spcBef>
              <a:spcAft>
                <a:spcPts val="0"/>
              </a:spcAft>
              <a:buClr>
                <a:schemeClr val="dk1"/>
              </a:buClr>
              <a:buSzPts val="2800"/>
              <a:buNone/>
              <a:defRPr sz="2800">
                <a:solidFill>
                  <a:schemeClr val="dk1"/>
                </a:solidFill>
              </a:defRPr>
            </a:lvl3pPr>
            <a:lvl4pPr lvl="3">
              <a:spcBef>
                <a:spcPts val="0"/>
              </a:spcBef>
              <a:spcAft>
                <a:spcPts val="0"/>
              </a:spcAft>
              <a:buClr>
                <a:schemeClr val="dk1"/>
              </a:buClr>
              <a:buSzPts val="2800"/>
              <a:buNone/>
              <a:defRPr sz="2800">
                <a:solidFill>
                  <a:schemeClr val="dk1"/>
                </a:solidFill>
              </a:defRPr>
            </a:lvl4pPr>
            <a:lvl5pPr lvl="4">
              <a:spcBef>
                <a:spcPts val="0"/>
              </a:spcBef>
              <a:spcAft>
                <a:spcPts val="0"/>
              </a:spcAft>
              <a:buClr>
                <a:schemeClr val="dk1"/>
              </a:buClr>
              <a:buSzPts val="2800"/>
              <a:buNone/>
              <a:defRPr sz="2800">
                <a:solidFill>
                  <a:schemeClr val="dk1"/>
                </a:solidFill>
              </a:defRPr>
            </a:lvl5pPr>
            <a:lvl6pPr lvl="5">
              <a:spcBef>
                <a:spcPts val="0"/>
              </a:spcBef>
              <a:spcAft>
                <a:spcPts val="0"/>
              </a:spcAft>
              <a:buClr>
                <a:schemeClr val="dk1"/>
              </a:buClr>
              <a:buSzPts val="2800"/>
              <a:buNone/>
              <a:defRPr sz="2800">
                <a:solidFill>
                  <a:schemeClr val="dk1"/>
                </a:solidFill>
              </a:defRPr>
            </a:lvl6pPr>
            <a:lvl7pPr lvl="6">
              <a:spcBef>
                <a:spcPts val="0"/>
              </a:spcBef>
              <a:spcAft>
                <a:spcPts val="0"/>
              </a:spcAft>
              <a:buClr>
                <a:schemeClr val="dk1"/>
              </a:buClr>
              <a:buSzPts val="2800"/>
              <a:buNone/>
              <a:defRPr sz="2800">
                <a:solidFill>
                  <a:schemeClr val="dk1"/>
                </a:solidFill>
              </a:defRPr>
            </a:lvl7pPr>
            <a:lvl8pPr lvl="7">
              <a:spcBef>
                <a:spcPts val="0"/>
              </a:spcBef>
              <a:spcAft>
                <a:spcPts val="0"/>
              </a:spcAft>
              <a:buClr>
                <a:schemeClr val="dk1"/>
              </a:buClr>
              <a:buSzPts val="2800"/>
              <a:buNone/>
              <a:defRPr sz="2800">
                <a:solidFill>
                  <a:schemeClr val="dk1"/>
                </a:solidFill>
              </a:defRPr>
            </a:lvl8pPr>
            <a:lvl9pPr lvl="8">
              <a:spcBef>
                <a:spcPts val="0"/>
              </a:spcBef>
              <a:spcAft>
                <a:spcPts val="0"/>
              </a:spcAft>
              <a:buClr>
                <a:schemeClr val="dk1"/>
              </a:buClr>
              <a:buSzPts val="2800"/>
              <a:buNone/>
              <a:defRPr sz="2800">
                <a:solidFill>
                  <a:schemeClr val="dk1"/>
                </a:solidFill>
              </a:defRPr>
            </a:lvl9pPr>
          </a:lstStyle>
          <a:p/>
        </p:txBody>
      </p:sp>
      <p:sp>
        <p:nvSpPr>
          <p:cNvPr id="7" name="Google Shape;7;p1"/>
          <p:cNvSpPr txBox="1"/>
          <p:nvPr>
            <p:ph idx="1" type="body"/>
          </p:nvPr>
        </p:nvSpPr>
        <p:spPr>
          <a:xfrm>
            <a:off x="311700" y="1152475"/>
            <a:ext cx="8520600" cy="3416400"/>
          </a:xfrm>
          <a:prstGeom prst="rect">
            <a:avLst/>
          </a:prstGeom>
          <a:noFill/>
          <a:ln>
            <a:noFill/>
          </a:ln>
        </p:spPr>
        <p:txBody>
          <a:bodyPr anchorCtr="0" anchor="t" bIns="91425" lIns="91425" spcFirstLastPara="1" rIns="91425" wrap="square" tIns="91425">
            <a:normAutofit/>
          </a:bodyPr>
          <a:lstStyle>
            <a:lvl1pPr indent="-342900" lvl="0" marL="457200">
              <a:lnSpc>
                <a:spcPct val="115000"/>
              </a:lnSpc>
              <a:spcBef>
                <a:spcPts val="0"/>
              </a:spcBef>
              <a:spcAft>
                <a:spcPts val="0"/>
              </a:spcAft>
              <a:buClr>
                <a:schemeClr val="dk2"/>
              </a:buClr>
              <a:buSzPts val="1800"/>
              <a:buChar char="●"/>
              <a:defRPr sz="1800">
                <a:solidFill>
                  <a:schemeClr val="dk2"/>
                </a:solidFill>
              </a:defRPr>
            </a:lvl1pPr>
            <a:lvl2pPr indent="-317500" lvl="1" marL="914400">
              <a:lnSpc>
                <a:spcPct val="115000"/>
              </a:lnSpc>
              <a:spcBef>
                <a:spcPts val="0"/>
              </a:spcBef>
              <a:spcAft>
                <a:spcPts val="0"/>
              </a:spcAft>
              <a:buClr>
                <a:schemeClr val="dk2"/>
              </a:buClr>
              <a:buSzPts val="1400"/>
              <a:buChar char="○"/>
              <a:defRPr>
                <a:solidFill>
                  <a:schemeClr val="dk2"/>
                </a:solidFill>
              </a:defRPr>
            </a:lvl2pPr>
            <a:lvl3pPr indent="-317500" lvl="2" marL="1371600">
              <a:lnSpc>
                <a:spcPct val="115000"/>
              </a:lnSpc>
              <a:spcBef>
                <a:spcPts val="0"/>
              </a:spcBef>
              <a:spcAft>
                <a:spcPts val="0"/>
              </a:spcAft>
              <a:buClr>
                <a:schemeClr val="dk2"/>
              </a:buClr>
              <a:buSzPts val="1400"/>
              <a:buChar char="■"/>
              <a:defRPr>
                <a:solidFill>
                  <a:schemeClr val="dk2"/>
                </a:solidFill>
              </a:defRPr>
            </a:lvl3pPr>
            <a:lvl4pPr indent="-317500" lvl="3" marL="1828800">
              <a:lnSpc>
                <a:spcPct val="115000"/>
              </a:lnSpc>
              <a:spcBef>
                <a:spcPts val="0"/>
              </a:spcBef>
              <a:spcAft>
                <a:spcPts val="0"/>
              </a:spcAft>
              <a:buClr>
                <a:schemeClr val="dk2"/>
              </a:buClr>
              <a:buSzPts val="1400"/>
              <a:buChar char="●"/>
              <a:defRPr>
                <a:solidFill>
                  <a:schemeClr val="dk2"/>
                </a:solidFill>
              </a:defRPr>
            </a:lvl4pPr>
            <a:lvl5pPr indent="-317500" lvl="4" marL="2286000">
              <a:lnSpc>
                <a:spcPct val="115000"/>
              </a:lnSpc>
              <a:spcBef>
                <a:spcPts val="0"/>
              </a:spcBef>
              <a:spcAft>
                <a:spcPts val="0"/>
              </a:spcAft>
              <a:buClr>
                <a:schemeClr val="dk2"/>
              </a:buClr>
              <a:buSzPts val="1400"/>
              <a:buChar char="○"/>
              <a:defRPr>
                <a:solidFill>
                  <a:schemeClr val="dk2"/>
                </a:solidFill>
              </a:defRPr>
            </a:lvl5pPr>
            <a:lvl6pPr indent="-317500" lvl="5" marL="2743200">
              <a:lnSpc>
                <a:spcPct val="115000"/>
              </a:lnSpc>
              <a:spcBef>
                <a:spcPts val="0"/>
              </a:spcBef>
              <a:spcAft>
                <a:spcPts val="0"/>
              </a:spcAft>
              <a:buClr>
                <a:schemeClr val="dk2"/>
              </a:buClr>
              <a:buSzPts val="1400"/>
              <a:buChar char="■"/>
              <a:defRPr>
                <a:solidFill>
                  <a:schemeClr val="dk2"/>
                </a:solidFill>
              </a:defRPr>
            </a:lvl6pPr>
            <a:lvl7pPr indent="-317500" lvl="6" marL="3200400">
              <a:lnSpc>
                <a:spcPct val="115000"/>
              </a:lnSpc>
              <a:spcBef>
                <a:spcPts val="0"/>
              </a:spcBef>
              <a:spcAft>
                <a:spcPts val="0"/>
              </a:spcAft>
              <a:buClr>
                <a:schemeClr val="dk2"/>
              </a:buClr>
              <a:buSzPts val="1400"/>
              <a:buChar char="●"/>
              <a:defRPr>
                <a:solidFill>
                  <a:schemeClr val="dk2"/>
                </a:solidFill>
              </a:defRPr>
            </a:lvl7pPr>
            <a:lvl8pPr indent="-317500" lvl="7" marL="3657600">
              <a:lnSpc>
                <a:spcPct val="115000"/>
              </a:lnSpc>
              <a:spcBef>
                <a:spcPts val="0"/>
              </a:spcBef>
              <a:spcAft>
                <a:spcPts val="0"/>
              </a:spcAft>
              <a:buClr>
                <a:schemeClr val="dk2"/>
              </a:buClr>
              <a:buSzPts val="1400"/>
              <a:buChar char="○"/>
              <a:defRPr>
                <a:solidFill>
                  <a:schemeClr val="dk2"/>
                </a:solidFill>
              </a:defRPr>
            </a:lvl8pPr>
            <a:lvl9pPr indent="-317500" lvl="8" marL="4114800">
              <a:lnSpc>
                <a:spcPct val="115000"/>
              </a:lnSpc>
              <a:spcBef>
                <a:spcPts val="0"/>
              </a:spcBef>
              <a:spcAft>
                <a:spcPts val="0"/>
              </a:spcAft>
              <a:buClr>
                <a:schemeClr val="dk2"/>
              </a:buClr>
              <a:buSzPts val="1400"/>
              <a:buChar char="■"/>
              <a:defRPr>
                <a:solidFill>
                  <a:schemeClr val="dk2"/>
                </a:solidFill>
              </a:defRPr>
            </a:lvl9pPr>
          </a:lstStyle>
          <a:p/>
        </p:txBody>
      </p:sp>
      <p:sp>
        <p:nvSpPr>
          <p:cNvPr id="8" name="Google Shape;8;p1"/>
          <p:cNvSpPr txBox="1"/>
          <p:nvPr>
            <p:ph idx="12" type="sldNum"/>
          </p:nvPr>
        </p:nvSpPr>
        <p:spPr>
          <a:xfrm>
            <a:off x="8472458" y="4663217"/>
            <a:ext cx="548700" cy="393600"/>
          </a:xfrm>
          <a:prstGeom prst="rect">
            <a:avLst/>
          </a:prstGeom>
          <a:noFill/>
          <a:ln>
            <a:noFill/>
          </a:ln>
        </p:spPr>
        <p:txBody>
          <a:bodyPr anchorCtr="0" anchor="ctr" bIns="91425" lIns="91425" spcFirstLastPara="1" rIns="91425" wrap="square" tIns="91425">
            <a:normAutofit/>
          </a:bodyPr>
          <a:lstStyle>
            <a:lvl1pPr lvl="0" algn="r">
              <a:buNone/>
              <a:defRPr sz="1000">
                <a:solidFill>
                  <a:schemeClr val="dk2"/>
                </a:solidFill>
              </a:defRPr>
            </a:lvl1pPr>
            <a:lvl2pPr lvl="1" algn="r">
              <a:buNone/>
              <a:defRPr sz="1000">
                <a:solidFill>
                  <a:schemeClr val="dk2"/>
                </a:solidFill>
              </a:defRPr>
            </a:lvl2pPr>
            <a:lvl3pPr lvl="2" algn="r">
              <a:buNone/>
              <a:defRPr sz="1000">
                <a:solidFill>
                  <a:schemeClr val="dk2"/>
                </a:solidFill>
              </a:defRPr>
            </a:lvl3pPr>
            <a:lvl4pPr lvl="3" algn="r">
              <a:buNone/>
              <a:defRPr sz="1000">
                <a:solidFill>
                  <a:schemeClr val="dk2"/>
                </a:solidFill>
              </a:defRPr>
            </a:lvl4pPr>
            <a:lvl5pPr lvl="4" algn="r">
              <a:buNone/>
              <a:defRPr sz="1000">
                <a:solidFill>
                  <a:schemeClr val="dk2"/>
                </a:solidFill>
              </a:defRPr>
            </a:lvl5pPr>
            <a:lvl6pPr lvl="5" algn="r">
              <a:buNone/>
              <a:defRPr sz="1000">
                <a:solidFill>
                  <a:schemeClr val="dk2"/>
                </a:solidFill>
              </a:defRPr>
            </a:lvl6pPr>
            <a:lvl7pPr lvl="6" algn="r">
              <a:buNone/>
              <a:defRPr sz="1000">
                <a:solidFill>
                  <a:schemeClr val="dk2"/>
                </a:solidFill>
              </a:defRPr>
            </a:lvl7pPr>
            <a:lvl8pPr lvl="7" algn="r">
              <a:buNone/>
              <a:defRPr sz="1000">
                <a:solidFill>
                  <a:schemeClr val="dk2"/>
                </a:solidFill>
              </a:defRPr>
            </a:lvl8pPr>
            <a:lvl9pPr lvl="8" algn="r">
              <a:buNone/>
              <a:defRPr sz="1000">
                <a:solidFill>
                  <a:schemeClr val="dk2"/>
                </a:solidFill>
              </a:defRPr>
            </a:lvl9pPr>
          </a:lstStyle>
          <a:p>
            <a:pPr indent="0" lvl="0" marL="0" rtl="0" algn="r">
              <a:spcBef>
                <a:spcPts val="0"/>
              </a:spcBef>
              <a:spcAft>
                <a:spcPts val="0"/>
              </a:spcAft>
              <a:buNone/>
            </a:pPr>
            <a:fld id="{00000000-1234-1234-1234-123412341234}" type="slidenum">
              <a:rPr lang="en"/>
              <a:t>‹#›</a:t>
            </a:fld>
            <a:endParaRPr/>
          </a:p>
        </p:txBody>
      </p:sp>
    </p:spTree>
  </p:cSld>
  <p:clrMap accent1="accent1" accent2="accent2" accent3="accent3" accent4="accent4" accent5="accent5" accent6="accent6" bg1="lt1" bg2="dk2" tx1="dk1" tx2="lt2" folHlink="folHlink" hlink="hlink"/>
  <p:sldLayoutIdLst>
    <p:sldLayoutId id="2147483648" r:id="rId1"/>
    <p:sldLayoutId id="2147483649" r:id="rId2"/>
    <p:sldLayoutId id="2147483650" r:id="rId3"/>
    <p:sldLayoutId id="2147483651" r:id="rId4"/>
    <p:sldLayoutId id="2147483652" r:id="rId5"/>
    <p:sldLayoutId id="2147483653" r:id="rId6"/>
    <p:sldLayoutId id="2147483654" r:id="rId7"/>
    <p:sldLayoutId id="2147483655" r:id="rId8"/>
    <p:sldLayoutId id="2147483656" r:id="rId9"/>
    <p:sldLayoutId id="2147483657" r:id="rId10"/>
    <p:sldLayoutId id="2147483658" r:id="rId11"/>
  </p:sldLayoutIdLst>
  <p:hf dt="0" ftr="0" hdr="0" sldNum="0"/>
  <p:txStyles>
    <p:titleStyle>
      <a:defPPr lvl="0" marR="0" rtl="0" algn="l">
        <a:lnSpc>
          <a:spcPct val="100000"/>
        </a:lnSpc>
        <a:spcBef>
          <a:spcPts val="0"/>
        </a:spcBef>
        <a:spcAft>
          <a:spcPts val="0"/>
        </a:spcAft>
      </a:defPPr>
      <a:lvl1pPr lvl="0"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1pPr>
      <a:lvl2pPr lvl="1"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2pPr>
      <a:lvl3pPr lvl="2"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3pPr>
      <a:lvl4pPr lvl="3"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4pPr>
      <a:lvl5pPr lvl="4"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5pPr>
      <a:lvl6pPr lvl="5"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6pPr>
      <a:lvl7pPr lvl="6"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7pPr>
      <a:lvl8pPr lvl="7"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8pPr>
      <a:lvl9pPr lvl="8"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9pPr>
    </p:titleStyle>
    <p:bodyStyle>
      <a:defPPr lvl="0" marR="0" rtl="0" algn="l">
        <a:lnSpc>
          <a:spcPct val="100000"/>
        </a:lnSpc>
        <a:spcBef>
          <a:spcPts val="0"/>
        </a:spcBef>
        <a:spcAft>
          <a:spcPts val="0"/>
        </a:spcAft>
      </a:defPPr>
      <a:lvl1pPr lvl="0"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1pPr>
      <a:lvl2pPr lvl="1"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2pPr>
      <a:lvl3pPr lvl="2"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3pPr>
      <a:lvl4pPr lvl="3"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4pPr>
      <a:lvl5pPr lvl="4"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5pPr>
      <a:lvl6pPr lvl="5"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6pPr>
      <a:lvl7pPr lvl="6"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7pPr>
      <a:lvl8pPr lvl="7"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8pPr>
      <a:lvl9pPr lvl="8"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9pPr>
    </p:bodyStyle>
    <p:otherStyle>
      <a:defPPr lvl="0" marR="0" rtl="0" algn="l">
        <a:lnSpc>
          <a:spcPct val="100000"/>
        </a:lnSpc>
        <a:spcBef>
          <a:spcPts val="0"/>
        </a:spcBef>
        <a:spcAft>
          <a:spcPts val="0"/>
        </a:spcAft>
      </a:defPPr>
      <a:lvl1pPr lvl="0"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1pPr>
      <a:lvl2pPr lvl="1"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2pPr>
      <a:lvl3pPr lvl="2"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3pPr>
      <a:lvl4pPr lvl="3"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4pPr>
      <a:lvl5pPr lvl="4"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5pPr>
      <a:lvl6pPr lvl="5"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6pPr>
      <a:lvl7pPr lvl="6"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7pPr>
      <a:lvl8pPr lvl="7"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8pPr>
      <a:lvl9pPr lvl="8"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9pPr>
    </p:otherStyle>
  </p:txStyles>
</p:sldMaster>
</file>

<file path=ppt/slides/_rels/slide1.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1.xml"/><Relationship Id="rId3" Type="http://schemas.openxmlformats.org/officeDocument/2006/relationships/image" Target="../media/image1.png"/></Relationships>
</file>

<file path=ppt/slides/_rels/slide2.xml.rels><?xml version="1.0" encoding="UTF-8" standalone="yes"?><Relationships xmlns="http://schemas.openxmlformats.org/package/2006/relationships"><Relationship Id="rId1" Type="http://schemas.openxmlformats.org/officeDocument/2006/relationships/slideLayout" Target="../slideLayouts/slideLayout3.xml"/><Relationship Id="rId2" Type="http://schemas.openxmlformats.org/officeDocument/2006/relationships/notesSlide" Target="../notesSlides/notesSlide2.xml"/><Relationship Id="rId3" Type="http://schemas.openxmlformats.org/officeDocument/2006/relationships/image" Target="../media/image15.png"/><Relationship Id="rId4" Type="http://schemas.openxmlformats.org/officeDocument/2006/relationships/image" Target="../media/image1.png"/><Relationship Id="rId5" Type="http://schemas.openxmlformats.org/officeDocument/2006/relationships/image" Target="../media/image11.png"/></Relationships>
</file>

<file path=ppt/slides/_rels/slide3.xml.rels><?xml version="1.0" encoding="UTF-8" standalone="yes"?><Relationships xmlns="http://schemas.openxmlformats.org/package/2006/relationships"><Relationship Id="rId1" Type="http://schemas.openxmlformats.org/officeDocument/2006/relationships/slideLayout" Target="../slideLayouts/slideLayout3.xml"/><Relationship Id="rId2" Type="http://schemas.openxmlformats.org/officeDocument/2006/relationships/notesSlide" Target="../notesSlides/notesSlide3.xml"/><Relationship Id="rId3" Type="http://schemas.openxmlformats.org/officeDocument/2006/relationships/image" Target="../media/image1.png"/><Relationship Id="rId4" Type="http://schemas.openxmlformats.org/officeDocument/2006/relationships/image" Target="../media/image17.png"/><Relationship Id="rId9" Type="http://schemas.openxmlformats.org/officeDocument/2006/relationships/image" Target="../media/image2.png"/><Relationship Id="rId5" Type="http://schemas.openxmlformats.org/officeDocument/2006/relationships/image" Target="../media/image13.png"/><Relationship Id="rId6" Type="http://schemas.openxmlformats.org/officeDocument/2006/relationships/image" Target="../media/image8.png"/><Relationship Id="rId7" Type="http://schemas.openxmlformats.org/officeDocument/2006/relationships/image" Target="../media/image9.png"/><Relationship Id="rId8" Type="http://schemas.openxmlformats.org/officeDocument/2006/relationships/image" Target="../media/image12.png"/></Relationships>
</file>

<file path=ppt/slides/_rels/slide4.xml.rels><?xml version="1.0" encoding="UTF-8" standalone="yes"?><Relationships xmlns="http://schemas.openxmlformats.org/package/2006/relationships"><Relationship Id="rId1" Type="http://schemas.openxmlformats.org/officeDocument/2006/relationships/slideLayout" Target="../slideLayouts/slideLayout3.xml"/><Relationship Id="rId2" Type="http://schemas.openxmlformats.org/officeDocument/2006/relationships/notesSlide" Target="../notesSlides/notesSlide4.xml"/><Relationship Id="rId3" Type="http://schemas.openxmlformats.org/officeDocument/2006/relationships/image" Target="../media/image1.png"/><Relationship Id="rId4" Type="http://schemas.openxmlformats.org/officeDocument/2006/relationships/image" Target="../media/image3.png"/><Relationship Id="rId5" Type="http://schemas.openxmlformats.org/officeDocument/2006/relationships/image" Target="../media/image4.png"/><Relationship Id="rId6" Type="http://schemas.openxmlformats.org/officeDocument/2006/relationships/image" Target="../media/image16.png"/><Relationship Id="rId7" Type="http://schemas.openxmlformats.org/officeDocument/2006/relationships/image" Target="../media/image14.png"/></Relationships>
</file>

<file path=ppt/slides/_rels/slide5.xml.rels><?xml version="1.0" encoding="UTF-8" standalone="yes"?><Relationships xmlns="http://schemas.openxmlformats.org/package/2006/relationships"><Relationship Id="rId1" Type="http://schemas.openxmlformats.org/officeDocument/2006/relationships/slideLayout" Target="../slideLayouts/slideLayout3.xml"/><Relationship Id="rId2" Type="http://schemas.openxmlformats.org/officeDocument/2006/relationships/notesSlide" Target="../notesSlides/notesSlide5.xml"/><Relationship Id="rId3" Type="http://schemas.openxmlformats.org/officeDocument/2006/relationships/image" Target="../media/image1.png"/><Relationship Id="rId4" Type="http://schemas.openxmlformats.org/officeDocument/2006/relationships/image" Target="../media/image19.png"/><Relationship Id="rId5" Type="http://schemas.openxmlformats.org/officeDocument/2006/relationships/image" Target="../media/image18.png"/></Relationships>
</file>

<file path=ppt/slides/_rels/slide6.xml.rels><?xml version="1.0" encoding="UTF-8" standalone="yes"?><Relationships xmlns="http://schemas.openxmlformats.org/package/2006/relationships"><Relationship Id="rId1" Type="http://schemas.openxmlformats.org/officeDocument/2006/relationships/slideLayout" Target="../slideLayouts/slideLayout3.xml"/><Relationship Id="rId2" Type="http://schemas.openxmlformats.org/officeDocument/2006/relationships/notesSlide" Target="../notesSlides/notesSlide6.xml"/><Relationship Id="rId3" Type="http://schemas.openxmlformats.org/officeDocument/2006/relationships/image" Target="../media/image1.png"/><Relationship Id="rId4" Type="http://schemas.openxmlformats.org/officeDocument/2006/relationships/image" Target="../media/image10.png"/><Relationship Id="rId5" Type="http://schemas.openxmlformats.org/officeDocument/2006/relationships/image" Target="../media/image6.png"/><Relationship Id="rId6" Type="http://schemas.openxmlformats.org/officeDocument/2006/relationships/image" Target="../media/image7.png"/><Relationship Id="rId7" Type="http://schemas.openxmlformats.org/officeDocument/2006/relationships/image" Target="../media/image5.png"/></Relationships>
</file>

<file path=ppt/slides/slide1.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bg>
      <p:bgPr>
        <a:solidFill>
          <a:schemeClr val="lt1"/>
        </a:solidFill>
      </p:bgPr>
    </p:bg>
    <p:spTree>
      <p:nvGrpSpPr>
        <p:cNvPr id="53" name="Shape 53"/>
        <p:cNvGrpSpPr/>
        <p:nvPr/>
      </p:nvGrpSpPr>
      <p:grpSpPr>
        <a:xfrm>
          <a:off x="0" y="0"/>
          <a:ext cx="0" cy="0"/>
          <a:chOff x="0" y="0"/>
          <a:chExt cx="0" cy="0"/>
        </a:xfrm>
      </p:grpSpPr>
      <p:sp>
        <p:nvSpPr>
          <p:cNvPr id="54" name="Google Shape;54;p13"/>
          <p:cNvSpPr txBox="1"/>
          <p:nvPr>
            <p:ph type="ctrTitle"/>
          </p:nvPr>
        </p:nvSpPr>
        <p:spPr>
          <a:xfrm>
            <a:off x="311700" y="1836325"/>
            <a:ext cx="8520600" cy="997800"/>
          </a:xfrm>
          <a:prstGeom prst="rect">
            <a:avLst/>
          </a:prstGeom>
        </p:spPr>
        <p:txBody>
          <a:bodyPr anchorCtr="0" anchor="b" bIns="91425" lIns="91425" spcFirstLastPara="1" rIns="91425" wrap="square" tIns="91425">
            <a:normAutofit/>
          </a:bodyPr>
          <a:lstStyle/>
          <a:p>
            <a:pPr indent="0" lvl="0" marL="0" rtl="0" algn="ctr">
              <a:spcBef>
                <a:spcPts val="0"/>
              </a:spcBef>
              <a:spcAft>
                <a:spcPts val="0"/>
              </a:spcAft>
              <a:buNone/>
            </a:pPr>
            <a:r>
              <a:rPr lang="en">
                <a:solidFill>
                  <a:srgbClr val="4E2488"/>
                </a:solidFill>
                <a:latin typeface="Georgia"/>
                <a:ea typeface="Georgia"/>
                <a:cs typeface="Georgia"/>
                <a:sym typeface="Georgia"/>
              </a:rPr>
              <a:t>ML in Energy Commodities</a:t>
            </a:r>
            <a:endParaRPr>
              <a:solidFill>
                <a:srgbClr val="4E2488"/>
              </a:solidFill>
              <a:latin typeface="Georgia"/>
              <a:ea typeface="Georgia"/>
              <a:cs typeface="Georgia"/>
              <a:sym typeface="Georgia"/>
            </a:endParaRPr>
          </a:p>
        </p:txBody>
      </p:sp>
      <p:sp>
        <p:nvSpPr>
          <p:cNvPr id="55" name="Google Shape;55;p13"/>
          <p:cNvSpPr txBox="1"/>
          <p:nvPr>
            <p:ph idx="1" type="subTitle"/>
          </p:nvPr>
        </p:nvSpPr>
        <p:spPr>
          <a:xfrm>
            <a:off x="311700" y="2834125"/>
            <a:ext cx="8520600" cy="917100"/>
          </a:xfrm>
          <a:prstGeom prst="rect">
            <a:avLst/>
          </a:prstGeom>
        </p:spPr>
        <p:txBody>
          <a:bodyPr anchorCtr="0" anchor="t" bIns="91425" lIns="91425" spcFirstLastPara="1" rIns="91425" wrap="square" tIns="91425">
            <a:noAutofit/>
          </a:bodyPr>
          <a:lstStyle/>
          <a:p>
            <a:pPr indent="0" lvl="0" marL="0" rtl="0" algn="ctr">
              <a:spcBef>
                <a:spcPts val="0"/>
              </a:spcBef>
              <a:spcAft>
                <a:spcPts val="0"/>
              </a:spcAft>
              <a:buNone/>
            </a:pPr>
            <a:r>
              <a:rPr b="1" lang="en" sz="2400">
                <a:solidFill>
                  <a:srgbClr val="434343"/>
                </a:solidFill>
                <a:latin typeface="Georgia"/>
                <a:ea typeface="Georgia"/>
                <a:cs typeface="Georgia"/>
                <a:sym typeface="Georgia"/>
              </a:rPr>
              <a:t>Models:</a:t>
            </a:r>
            <a:r>
              <a:rPr lang="en" sz="2400">
                <a:solidFill>
                  <a:srgbClr val="434343"/>
                </a:solidFill>
                <a:latin typeface="Georgia"/>
                <a:ea typeface="Georgia"/>
                <a:cs typeface="Georgia"/>
                <a:sym typeface="Georgia"/>
              </a:rPr>
              <a:t> Elastic Net, VAR, XGBoost, LSTM</a:t>
            </a:r>
            <a:endParaRPr sz="2400">
              <a:solidFill>
                <a:srgbClr val="434343"/>
              </a:solidFill>
              <a:latin typeface="Georgia"/>
              <a:ea typeface="Georgia"/>
              <a:cs typeface="Georgia"/>
              <a:sym typeface="Georgia"/>
            </a:endParaRPr>
          </a:p>
          <a:p>
            <a:pPr indent="0" lvl="0" marL="0" rtl="0" algn="ctr">
              <a:spcBef>
                <a:spcPts val="0"/>
              </a:spcBef>
              <a:spcAft>
                <a:spcPts val="0"/>
              </a:spcAft>
              <a:buNone/>
            </a:pPr>
            <a:r>
              <a:rPr b="1" lang="en" sz="2400">
                <a:solidFill>
                  <a:srgbClr val="434343"/>
                </a:solidFill>
                <a:latin typeface="Georgia"/>
                <a:ea typeface="Georgia"/>
                <a:cs typeface="Georgia"/>
                <a:sym typeface="Georgia"/>
              </a:rPr>
              <a:t>Name:</a:t>
            </a:r>
            <a:r>
              <a:rPr lang="en" sz="2400">
                <a:solidFill>
                  <a:srgbClr val="434343"/>
                </a:solidFill>
                <a:latin typeface="Georgia"/>
                <a:ea typeface="Georgia"/>
                <a:cs typeface="Georgia"/>
                <a:sym typeface="Georgia"/>
              </a:rPr>
              <a:t> Dhairya Dhamani</a:t>
            </a:r>
            <a:endParaRPr sz="2400">
              <a:solidFill>
                <a:srgbClr val="434343"/>
              </a:solidFill>
              <a:latin typeface="Georgia"/>
              <a:ea typeface="Georgia"/>
              <a:cs typeface="Georgia"/>
              <a:sym typeface="Georgia"/>
            </a:endParaRPr>
          </a:p>
        </p:txBody>
      </p:sp>
      <p:pic>
        <p:nvPicPr>
          <p:cNvPr id="56" name="Google Shape;56;p13" title="NYU Logo.png"/>
          <p:cNvPicPr preferRelativeResize="0"/>
          <p:nvPr/>
        </p:nvPicPr>
        <p:blipFill>
          <a:blip r:embed="rId3">
            <a:alphaModFix/>
          </a:blip>
          <a:stretch>
            <a:fillRect/>
          </a:stretch>
        </p:blipFill>
        <p:spPr>
          <a:xfrm>
            <a:off x="46975" y="58725"/>
            <a:ext cx="980152" cy="334051"/>
          </a:xfrm>
          <a:prstGeom prst="rect">
            <a:avLst/>
          </a:prstGeom>
          <a:noFill/>
          <a:ln>
            <a:noFill/>
          </a:ln>
        </p:spPr>
      </p:pic>
    </p:spTree>
  </p:cSld>
  <p:clrMapOvr>
    <a:masterClrMapping/>
  </p:clrMapOvr>
</p:sld>
</file>

<file path=ppt/slides/slide2.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bg>
      <p:bgPr>
        <a:solidFill>
          <a:schemeClr val="lt1"/>
        </a:solidFill>
      </p:bgPr>
    </p:bg>
    <p:spTree>
      <p:nvGrpSpPr>
        <p:cNvPr id="60" name="Shape 60"/>
        <p:cNvGrpSpPr/>
        <p:nvPr/>
      </p:nvGrpSpPr>
      <p:grpSpPr>
        <a:xfrm>
          <a:off x="0" y="0"/>
          <a:ext cx="0" cy="0"/>
          <a:chOff x="0" y="0"/>
          <a:chExt cx="0" cy="0"/>
        </a:xfrm>
      </p:grpSpPr>
      <p:pic>
        <p:nvPicPr>
          <p:cNvPr id="61" name="Google Shape;61;p14"/>
          <p:cNvPicPr preferRelativeResize="0"/>
          <p:nvPr/>
        </p:nvPicPr>
        <p:blipFill>
          <a:blip r:embed="rId3">
            <a:alphaModFix/>
          </a:blip>
          <a:stretch>
            <a:fillRect/>
          </a:stretch>
        </p:blipFill>
        <p:spPr>
          <a:xfrm>
            <a:off x="64008" y="2743200"/>
            <a:ext cx="9025126" cy="2331720"/>
          </a:xfrm>
          <a:prstGeom prst="rect">
            <a:avLst/>
          </a:prstGeom>
          <a:noFill/>
          <a:ln>
            <a:noFill/>
          </a:ln>
        </p:spPr>
      </p:pic>
      <p:sp>
        <p:nvSpPr>
          <p:cNvPr id="62" name="Google Shape;62;p14"/>
          <p:cNvSpPr txBox="1"/>
          <p:nvPr>
            <p:ph type="title"/>
          </p:nvPr>
        </p:nvSpPr>
        <p:spPr>
          <a:xfrm>
            <a:off x="311700" y="445025"/>
            <a:ext cx="2763300" cy="572700"/>
          </a:xfrm>
          <a:prstGeom prst="rect">
            <a:avLst/>
          </a:prstGeom>
        </p:spPr>
        <p:txBody>
          <a:bodyPr anchorCtr="0" anchor="t" bIns="91425" lIns="91425" spcFirstLastPara="1" rIns="91425" wrap="square" tIns="91425">
            <a:normAutofit fontScale="90000"/>
          </a:bodyPr>
          <a:lstStyle/>
          <a:p>
            <a:pPr indent="0" lvl="0" marL="0" rtl="0" algn="l">
              <a:spcBef>
                <a:spcPts val="0"/>
              </a:spcBef>
              <a:spcAft>
                <a:spcPts val="0"/>
              </a:spcAft>
              <a:buNone/>
            </a:pPr>
            <a:r>
              <a:rPr b="1" lang="en" sz="2400">
                <a:solidFill>
                  <a:srgbClr val="434343"/>
                </a:solidFill>
                <a:latin typeface="Georgia"/>
                <a:ea typeface="Georgia"/>
                <a:cs typeface="Georgia"/>
                <a:sym typeface="Georgia"/>
              </a:rPr>
              <a:t>Elast</a:t>
            </a:r>
            <a:r>
              <a:rPr b="1" lang="en" sz="2400">
                <a:solidFill>
                  <a:srgbClr val="434343"/>
                </a:solidFill>
                <a:latin typeface="Georgia"/>
                <a:ea typeface="Georgia"/>
                <a:cs typeface="Georgia"/>
                <a:sym typeface="Georgia"/>
              </a:rPr>
              <a:t>i</a:t>
            </a:r>
            <a:r>
              <a:rPr b="1" lang="en" sz="2400">
                <a:solidFill>
                  <a:srgbClr val="434343"/>
                </a:solidFill>
                <a:latin typeface="Georgia"/>
                <a:ea typeface="Georgia"/>
                <a:cs typeface="Georgia"/>
                <a:sym typeface="Georgia"/>
              </a:rPr>
              <a:t>c</a:t>
            </a:r>
            <a:r>
              <a:rPr lang="en"/>
              <a:t> </a:t>
            </a:r>
            <a:r>
              <a:rPr b="1" lang="en" sz="2400">
                <a:solidFill>
                  <a:srgbClr val="434343"/>
                </a:solidFill>
                <a:latin typeface="Georgia"/>
                <a:ea typeface="Georgia"/>
                <a:cs typeface="Georgia"/>
                <a:sym typeface="Georgia"/>
              </a:rPr>
              <a:t>Net</a:t>
            </a:r>
            <a:endParaRPr/>
          </a:p>
        </p:txBody>
      </p:sp>
      <p:sp>
        <p:nvSpPr>
          <p:cNvPr id="63" name="Google Shape;63;p14"/>
          <p:cNvSpPr txBox="1"/>
          <p:nvPr>
            <p:ph idx="1" type="body"/>
          </p:nvPr>
        </p:nvSpPr>
        <p:spPr>
          <a:xfrm>
            <a:off x="311700" y="1081314"/>
            <a:ext cx="2967000" cy="338700"/>
          </a:xfrm>
          <a:prstGeom prst="rect">
            <a:avLst/>
          </a:prstGeom>
        </p:spPr>
        <p:txBody>
          <a:bodyPr anchorCtr="0" anchor="t" bIns="91425" lIns="91425" spcFirstLastPara="1" rIns="91425" wrap="square" tIns="91425">
            <a:noAutofit/>
          </a:bodyPr>
          <a:lstStyle/>
          <a:p>
            <a:pPr indent="0" lvl="0" marL="0" rtl="0" algn="l">
              <a:lnSpc>
                <a:spcPct val="100000"/>
              </a:lnSpc>
              <a:spcBef>
                <a:spcPts val="0"/>
              </a:spcBef>
              <a:spcAft>
                <a:spcPts val="0"/>
              </a:spcAft>
              <a:buNone/>
            </a:pPr>
            <a:r>
              <a:rPr b="1" lang="en" sz="1400"/>
              <a:t>Goal:</a:t>
            </a:r>
            <a:r>
              <a:rPr lang="en" sz="1400"/>
              <a:t> Predict WTI log return</a:t>
            </a:r>
            <a:endParaRPr sz="1400"/>
          </a:p>
          <a:p>
            <a:pPr indent="0" lvl="0" marL="0" rtl="0" algn="l">
              <a:lnSpc>
                <a:spcPct val="100000"/>
              </a:lnSpc>
              <a:spcBef>
                <a:spcPts val="1200"/>
              </a:spcBef>
              <a:spcAft>
                <a:spcPts val="0"/>
              </a:spcAft>
              <a:buNone/>
            </a:pPr>
            <a:r>
              <a:t/>
            </a:r>
            <a:endParaRPr sz="1400"/>
          </a:p>
          <a:p>
            <a:pPr indent="0" lvl="0" marL="0" rtl="0" algn="l">
              <a:lnSpc>
                <a:spcPct val="100000"/>
              </a:lnSpc>
              <a:spcBef>
                <a:spcPts val="1200"/>
              </a:spcBef>
              <a:spcAft>
                <a:spcPts val="0"/>
              </a:spcAft>
              <a:buNone/>
            </a:pPr>
            <a:r>
              <a:t/>
            </a:r>
            <a:endParaRPr sz="1400"/>
          </a:p>
          <a:p>
            <a:pPr indent="0" lvl="0" marL="0" rtl="0" algn="l">
              <a:lnSpc>
                <a:spcPct val="100000"/>
              </a:lnSpc>
              <a:spcBef>
                <a:spcPts val="1200"/>
              </a:spcBef>
              <a:spcAft>
                <a:spcPts val="0"/>
              </a:spcAft>
              <a:buNone/>
            </a:pPr>
            <a:r>
              <a:t/>
            </a:r>
            <a:endParaRPr sz="1400"/>
          </a:p>
          <a:p>
            <a:pPr indent="0" lvl="0" marL="0" rtl="0" algn="l">
              <a:spcBef>
                <a:spcPts val="1200"/>
              </a:spcBef>
              <a:spcAft>
                <a:spcPts val="0"/>
              </a:spcAft>
              <a:buNone/>
            </a:pPr>
            <a:r>
              <a:t/>
            </a:r>
            <a:endParaRPr sz="1400"/>
          </a:p>
          <a:p>
            <a:pPr indent="0" lvl="0" marL="0" rtl="0" algn="l">
              <a:spcBef>
                <a:spcPts val="1200"/>
              </a:spcBef>
              <a:spcAft>
                <a:spcPts val="0"/>
              </a:spcAft>
              <a:buNone/>
            </a:pPr>
            <a:r>
              <a:t/>
            </a:r>
            <a:endParaRPr sz="1400"/>
          </a:p>
          <a:p>
            <a:pPr indent="0" lvl="0" marL="0" rtl="0" algn="l">
              <a:lnSpc>
                <a:spcPct val="100000"/>
              </a:lnSpc>
              <a:spcBef>
                <a:spcPts val="1200"/>
              </a:spcBef>
              <a:spcAft>
                <a:spcPts val="0"/>
              </a:spcAft>
              <a:buClr>
                <a:srgbClr val="4A5568"/>
              </a:buClr>
              <a:buSzPts val="1300"/>
              <a:buFont typeface="Calibri"/>
              <a:buNone/>
            </a:pPr>
            <a:r>
              <a:t/>
            </a:r>
            <a:endParaRPr sz="1300">
              <a:solidFill>
                <a:srgbClr val="000000"/>
              </a:solidFill>
              <a:latin typeface="Calibri"/>
              <a:ea typeface="Calibri"/>
              <a:cs typeface="Calibri"/>
              <a:sym typeface="Calibri"/>
            </a:endParaRPr>
          </a:p>
          <a:p>
            <a:pPr indent="0" lvl="0" marL="0" rtl="0" algn="l">
              <a:spcBef>
                <a:spcPts val="0"/>
              </a:spcBef>
              <a:spcAft>
                <a:spcPts val="0"/>
              </a:spcAft>
              <a:buNone/>
            </a:pPr>
            <a:r>
              <a:t/>
            </a:r>
            <a:endParaRPr sz="1400"/>
          </a:p>
          <a:p>
            <a:pPr indent="0" lvl="0" marL="0" rtl="0" algn="l">
              <a:spcBef>
                <a:spcPts val="1200"/>
              </a:spcBef>
              <a:spcAft>
                <a:spcPts val="1200"/>
              </a:spcAft>
              <a:buNone/>
            </a:pPr>
            <a:r>
              <a:t/>
            </a:r>
            <a:endParaRPr sz="1400"/>
          </a:p>
        </p:txBody>
      </p:sp>
      <p:pic>
        <p:nvPicPr>
          <p:cNvPr id="64" name="Google Shape;64;p14" title="NYU Logo.png"/>
          <p:cNvPicPr preferRelativeResize="0"/>
          <p:nvPr/>
        </p:nvPicPr>
        <p:blipFill>
          <a:blip r:embed="rId4">
            <a:alphaModFix/>
          </a:blip>
          <a:stretch>
            <a:fillRect/>
          </a:stretch>
        </p:blipFill>
        <p:spPr>
          <a:xfrm>
            <a:off x="46975" y="58725"/>
            <a:ext cx="980152" cy="334051"/>
          </a:xfrm>
          <a:prstGeom prst="rect">
            <a:avLst/>
          </a:prstGeom>
          <a:noFill/>
          <a:ln>
            <a:noFill/>
          </a:ln>
        </p:spPr>
      </p:pic>
      <p:cxnSp>
        <p:nvCxnSpPr>
          <p:cNvPr id="65" name="Google Shape;65;p14"/>
          <p:cNvCxnSpPr/>
          <p:nvPr/>
        </p:nvCxnSpPr>
        <p:spPr>
          <a:xfrm>
            <a:off x="3278700" y="509650"/>
            <a:ext cx="0" cy="2024400"/>
          </a:xfrm>
          <a:prstGeom prst="straightConnector1">
            <a:avLst/>
          </a:prstGeom>
          <a:noFill/>
          <a:ln cap="flat" cmpd="sng" w="9525">
            <a:solidFill>
              <a:srgbClr val="4E2488"/>
            </a:solidFill>
            <a:prstDash val="solid"/>
            <a:round/>
            <a:headEnd len="med" w="med" type="none"/>
            <a:tailEnd len="med" w="med" type="none"/>
          </a:ln>
        </p:spPr>
      </p:cxnSp>
      <p:sp>
        <p:nvSpPr>
          <p:cNvPr id="66" name="Google Shape;66;p14"/>
          <p:cNvSpPr txBox="1"/>
          <p:nvPr/>
        </p:nvSpPr>
        <p:spPr>
          <a:xfrm>
            <a:off x="311700" y="818325"/>
            <a:ext cx="2893200" cy="338700"/>
          </a:xfrm>
          <a:prstGeom prst="rect">
            <a:avLst/>
          </a:prstGeom>
          <a:noFill/>
          <a:ln>
            <a:noFill/>
          </a:ln>
        </p:spPr>
        <p:txBody>
          <a:bodyPr anchorCtr="0" anchor="t" bIns="91425" lIns="91425" spcFirstLastPara="1" rIns="91425" wrap="square" tIns="91425">
            <a:spAutoFit/>
          </a:bodyPr>
          <a:lstStyle/>
          <a:p>
            <a:pPr indent="0" lvl="0" marL="0" rtl="0" algn="l">
              <a:spcBef>
                <a:spcPts val="0"/>
              </a:spcBef>
              <a:spcAft>
                <a:spcPts val="0"/>
              </a:spcAft>
              <a:buNone/>
            </a:pPr>
            <a:r>
              <a:rPr i="1" lang="en" sz="1000">
                <a:solidFill>
                  <a:srgbClr val="4A5568"/>
                </a:solidFill>
                <a:latin typeface="Calibri"/>
                <a:ea typeface="Calibri"/>
                <a:cs typeface="Calibri"/>
                <a:sym typeface="Calibri"/>
              </a:rPr>
              <a:t>Regularized Linear Regression  (L1 + L2 Penalty)</a:t>
            </a:r>
            <a:endParaRPr sz="1000"/>
          </a:p>
        </p:txBody>
      </p:sp>
      <p:pic>
        <p:nvPicPr>
          <p:cNvPr id="67" name="Google Shape;67;p14"/>
          <p:cNvPicPr preferRelativeResize="0"/>
          <p:nvPr/>
        </p:nvPicPr>
        <p:blipFill>
          <a:blip r:embed="rId5">
            <a:alphaModFix/>
          </a:blip>
          <a:stretch>
            <a:fillRect/>
          </a:stretch>
        </p:blipFill>
        <p:spPr>
          <a:xfrm>
            <a:off x="4026880" y="281279"/>
            <a:ext cx="4172827" cy="2481134"/>
          </a:xfrm>
          <a:prstGeom prst="rect">
            <a:avLst/>
          </a:prstGeom>
          <a:noFill/>
          <a:ln>
            <a:noFill/>
          </a:ln>
        </p:spPr>
      </p:pic>
      <p:sp>
        <p:nvSpPr>
          <p:cNvPr id="68" name="Google Shape;68;p14"/>
          <p:cNvSpPr/>
          <p:nvPr/>
        </p:nvSpPr>
        <p:spPr>
          <a:xfrm>
            <a:off x="420925" y="1977175"/>
            <a:ext cx="820500" cy="330000"/>
          </a:xfrm>
          <a:prstGeom prst="rect">
            <a:avLst/>
          </a:prstGeom>
          <a:solidFill>
            <a:srgbClr val="4E2488"/>
          </a:solidFill>
          <a:ln cap="flat" cmpd="sng" w="9525">
            <a:solidFill>
              <a:schemeClr val="lt1"/>
            </a:solidFill>
            <a:prstDash val="solid"/>
            <a:round/>
            <a:headEnd len="sm" w="sm" type="none"/>
            <a:tailEnd len="sm" w="sm" type="none"/>
          </a:ln>
        </p:spPr>
        <p:txBody>
          <a:bodyPr anchorCtr="0" anchor="ctr" bIns="91425" lIns="91425" spcFirstLastPara="1" rIns="91425" wrap="square" tIns="91425">
            <a:noAutofit/>
          </a:bodyPr>
          <a:lstStyle/>
          <a:p>
            <a:pPr indent="0" lvl="0" marL="0" rtl="0" algn="ctr">
              <a:spcBef>
                <a:spcPts val="0"/>
              </a:spcBef>
              <a:spcAft>
                <a:spcPts val="0"/>
              </a:spcAft>
              <a:buNone/>
            </a:pPr>
            <a:r>
              <a:rPr lang="en">
                <a:solidFill>
                  <a:schemeClr val="lt1"/>
                </a:solidFill>
                <a:latin typeface="Georgia"/>
                <a:ea typeface="Georgia"/>
                <a:cs typeface="Georgia"/>
                <a:sym typeface="Georgia"/>
              </a:rPr>
              <a:t>1D</a:t>
            </a:r>
            <a:endParaRPr>
              <a:solidFill>
                <a:schemeClr val="lt1"/>
              </a:solidFill>
              <a:latin typeface="Georgia"/>
              <a:ea typeface="Georgia"/>
              <a:cs typeface="Georgia"/>
              <a:sym typeface="Georgia"/>
            </a:endParaRPr>
          </a:p>
        </p:txBody>
      </p:sp>
      <p:sp>
        <p:nvSpPr>
          <p:cNvPr id="69" name="Google Shape;69;p14"/>
          <p:cNvSpPr/>
          <p:nvPr/>
        </p:nvSpPr>
        <p:spPr>
          <a:xfrm>
            <a:off x="420925" y="2307343"/>
            <a:ext cx="820500" cy="330000"/>
          </a:xfrm>
          <a:prstGeom prst="rect">
            <a:avLst/>
          </a:prstGeom>
          <a:solidFill>
            <a:srgbClr val="4E2488"/>
          </a:solidFill>
          <a:ln cap="flat" cmpd="sng" w="9525">
            <a:solidFill>
              <a:schemeClr val="lt1"/>
            </a:solidFill>
            <a:prstDash val="solid"/>
            <a:round/>
            <a:headEnd len="sm" w="sm" type="none"/>
            <a:tailEnd len="sm" w="sm" type="none"/>
          </a:ln>
        </p:spPr>
        <p:txBody>
          <a:bodyPr anchorCtr="0" anchor="ctr" bIns="91425" lIns="91425" spcFirstLastPara="1" rIns="91425" wrap="square" tIns="91425">
            <a:noAutofit/>
          </a:bodyPr>
          <a:lstStyle/>
          <a:p>
            <a:pPr indent="0" lvl="0" marL="0" marR="0" rtl="0" algn="ctr">
              <a:lnSpc>
                <a:spcPct val="100000"/>
              </a:lnSpc>
              <a:spcBef>
                <a:spcPts val="0"/>
              </a:spcBef>
              <a:spcAft>
                <a:spcPts val="0"/>
              </a:spcAft>
              <a:buNone/>
            </a:pPr>
            <a:r>
              <a:rPr lang="en">
                <a:solidFill>
                  <a:schemeClr val="lt1"/>
                </a:solidFill>
                <a:latin typeface="Georgia"/>
                <a:ea typeface="Georgia"/>
                <a:cs typeface="Georgia"/>
                <a:sym typeface="Georgia"/>
              </a:rPr>
              <a:t>5D</a:t>
            </a:r>
            <a:endParaRPr>
              <a:solidFill>
                <a:schemeClr val="lt1"/>
              </a:solidFill>
              <a:latin typeface="Georgia"/>
              <a:ea typeface="Georgia"/>
              <a:cs typeface="Georgia"/>
              <a:sym typeface="Georgia"/>
            </a:endParaRPr>
          </a:p>
        </p:txBody>
      </p:sp>
      <p:sp>
        <p:nvSpPr>
          <p:cNvPr id="70" name="Google Shape;70;p14"/>
          <p:cNvSpPr/>
          <p:nvPr/>
        </p:nvSpPr>
        <p:spPr>
          <a:xfrm>
            <a:off x="420925" y="2637511"/>
            <a:ext cx="820500" cy="330000"/>
          </a:xfrm>
          <a:prstGeom prst="rect">
            <a:avLst/>
          </a:prstGeom>
          <a:solidFill>
            <a:srgbClr val="4E2488"/>
          </a:solidFill>
          <a:ln cap="flat" cmpd="sng" w="9525">
            <a:solidFill>
              <a:schemeClr val="lt1"/>
            </a:solidFill>
            <a:prstDash val="solid"/>
            <a:round/>
            <a:headEnd len="sm" w="sm" type="none"/>
            <a:tailEnd len="sm" w="sm" type="none"/>
          </a:ln>
        </p:spPr>
        <p:txBody>
          <a:bodyPr anchorCtr="0" anchor="ctr" bIns="91425" lIns="91425" spcFirstLastPara="1" rIns="91425" wrap="square" tIns="91425">
            <a:noAutofit/>
          </a:bodyPr>
          <a:lstStyle/>
          <a:p>
            <a:pPr indent="0" lvl="0" marL="0" rtl="0" algn="ctr">
              <a:spcBef>
                <a:spcPts val="0"/>
              </a:spcBef>
              <a:spcAft>
                <a:spcPts val="0"/>
              </a:spcAft>
              <a:buNone/>
            </a:pPr>
            <a:r>
              <a:rPr lang="en">
                <a:solidFill>
                  <a:schemeClr val="lt1"/>
                </a:solidFill>
                <a:latin typeface="Georgia"/>
                <a:ea typeface="Georgia"/>
                <a:cs typeface="Georgia"/>
                <a:sym typeface="Georgia"/>
              </a:rPr>
              <a:t>20D</a:t>
            </a:r>
            <a:endParaRPr>
              <a:solidFill>
                <a:schemeClr val="lt1"/>
              </a:solidFill>
              <a:latin typeface="Georgia"/>
              <a:ea typeface="Georgia"/>
              <a:cs typeface="Georgia"/>
              <a:sym typeface="Georgia"/>
            </a:endParaRPr>
          </a:p>
        </p:txBody>
      </p:sp>
      <p:sp>
        <p:nvSpPr>
          <p:cNvPr id="71" name="Google Shape;71;p14"/>
          <p:cNvSpPr/>
          <p:nvPr/>
        </p:nvSpPr>
        <p:spPr>
          <a:xfrm>
            <a:off x="1241234" y="1979600"/>
            <a:ext cx="820500" cy="330000"/>
          </a:xfrm>
          <a:prstGeom prst="rect">
            <a:avLst/>
          </a:prstGeom>
          <a:solidFill>
            <a:srgbClr val="4E2488"/>
          </a:solidFill>
          <a:ln cap="flat" cmpd="sng" w="9525">
            <a:solidFill>
              <a:schemeClr val="lt1"/>
            </a:solidFill>
            <a:prstDash val="solid"/>
            <a:round/>
            <a:headEnd len="sm" w="sm" type="none"/>
            <a:tailEnd len="sm" w="sm" type="none"/>
          </a:ln>
        </p:spPr>
        <p:txBody>
          <a:bodyPr anchorCtr="0" anchor="ctr" bIns="91425" lIns="91425" spcFirstLastPara="1" rIns="91425" wrap="square" tIns="91425">
            <a:noAutofit/>
          </a:bodyPr>
          <a:lstStyle/>
          <a:p>
            <a:pPr indent="0" lvl="0" marL="0" marR="0" rtl="0" algn="ctr">
              <a:lnSpc>
                <a:spcPct val="100000"/>
              </a:lnSpc>
              <a:spcBef>
                <a:spcPts val="0"/>
              </a:spcBef>
              <a:spcAft>
                <a:spcPts val="0"/>
              </a:spcAft>
              <a:buNone/>
            </a:pPr>
            <a:r>
              <a:rPr lang="en">
                <a:solidFill>
                  <a:schemeClr val="lt1"/>
                </a:solidFill>
                <a:latin typeface="Georgia"/>
                <a:ea typeface="Georgia"/>
                <a:cs typeface="Georgia"/>
                <a:sym typeface="Georgia"/>
              </a:rPr>
              <a:t>0.</a:t>
            </a:r>
            <a:r>
              <a:rPr lang="en">
                <a:solidFill>
                  <a:schemeClr val="lt1"/>
                </a:solidFill>
                <a:latin typeface="Georgia"/>
                <a:ea typeface="Georgia"/>
                <a:cs typeface="Georgia"/>
                <a:sym typeface="Georgia"/>
              </a:rPr>
              <a:t>01</a:t>
            </a:r>
            <a:endParaRPr>
              <a:solidFill>
                <a:schemeClr val="lt1"/>
              </a:solidFill>
              <a:latin typeface="Georgia"/>
              <a:ea typeface="Georgia"/>
              <a:cs typeface="Georgia"/>
              <a:sym typeface="Georgia"/>
            </a:endParaRPr>
          </a:p>
        </p:txBody>
      </p:sp>
      <p:sp>
        <p:nvSpPr>
          <p:cNvPr id="72" name="Google Shape;72;p14"/>
          <p:cNvSpPr/>
          <p:nvPr/>
        </p:nvSpPr>
        <p:spPr>
          <a:xfrm>
            <a:off x="1241234" y="2309775"/>
            <a:ext cx="820500" cy="330000"/>
          </a:xfrm>
          <a:prstGeom prst="rect">
            <a:avLst/>
          </a:prstGeom>
          <a:solidFill>
            <a:srgbClr val="4E2488"/>
          </a:solidFill>
          <a:ln cap="flat" cmpd="sng" w="9525">
            <a:solidFill>
              <a:schemeClr val="lt1"/>
            </a:solidFill>
            <a:prstDash val="solid"/>
            <a:round/>
            <a:headEnd len="sm" w="sm" type="none"/>
            <a:tailEnd len="sm" w="sm" type="none"/>
          </a:ln>
        </p:spPr>
        <p:txBody>
          <a:bodyPr anchorCtr="0" anchor="ctr" bIns="91425" lIns="91425" spcFirstLastPara="1" rIns="91425" wrap="square" tIns="91425">
            <a:noAutofit/>
          </a:bodyPr>
          <a:lstStyle/>
          <a:p>
            <a:pPr indent="0" lvl="0" marL="0" marR="0" rtl="0" algn="ctr">
              <a:lnSpc>
                <a:spcPct val="100000"/>
              </a:lnSpc>
              <a:spcBef>
                <a:spcPts val="0"/>
              </a:spcBef>
              <a:spcAft>
                <a:spcPts val="0"/>
              </a:spcAft>
              <a:buNone/>
            </a:pPr>
            <a:r>
              <a:rPr lang="en">
                <a:solidFill>
                  <a:schemeClr val="lt1"/>
                </a:solidFill>
                <a:latin typeface="Georgia"/>
                <a:ea typeface="Georgia"/>
                <a:cs typeface="Georgia"/>
                <a:sym typeface="Georgia"/>
              </a:rPr>
              <a:t>0.</a:t>
            </a:r>
            <a:r>
              <a:rPr lang="en">
                <a:solidFill>
                  <a:schemeClr val="lt1"/>
                </a:solidFill>
                <a:latin typeface="Georgia"/>
                <a:ea typeface="Georgia"/>
                <a:cs typeface="Georgia"/>
                <a:sym typeface="Georgia"/>
              </a:rPr>
              <a:t>0215</a:t>
            </a:r>
            <a:endParaRPr>
              <a:latin typeface="Georgia"/>
              <a:ea typeface="Georgia"/>
              <a:cs typeface="Georgia"/>
              <a:sym typeface="Georgia"/>
            </a:endParaRPr>
          </a:p>
        </p:txBody>
      </p:sp>
      <p:sp>
        <p:nvSpPr>
          <p:cNvPr id="73" name="Google Shape;73;p14"/>
          <p:cNvSpPr/>
          <p:nvPr/>
        </p:nvSpPr>
        <p:spPr>
          <a:xfrm>
            <a:off x="1241234" y="2639925"/>
            <a:ext cx="820500" cy="330000"/>
          </a:xfrm>
          <a:prstGeom prst="rect">
            <a:avLst/>
          </a:prstGeom>
          <a:solidFill>
            <a:srgbClr val="4E2488"/>
          </a:solidFill>
          <a:ln cap="flat" cmpd="sng" w="9525">
            <a:solidFill>
              <a:schemeClr val="lt1"/>
            </a:solidFill>
            <a:prstDash val="solid"/>
            <a:round/>
            <a:headEnd len="sm" w="sm" type="none"/>
            <a:tailEnd len="sm" w="sm" type="none"/>
          </a:ln>
        </p:spPr>
        <p:txBody>
          <a:bodyPr anchorCtr="0" anchor="ctr" bIns="91425" lIns="91425" spcFirstLastPara="1" rIns="91425" wrap="square" tIns="91425">
            <a:noAutofit/>
          </a:bodyPr>
          <a:lstStyle/>
          <a:p>
            <a:pPr indent="0" lvl="0" marL="0" rtl="0" algn="ctr">
              <a:spcBef>
                <a:spcPts val="0"/>
              </a:spcBef>
              <a:spcAft>
                <a:spcPts val="0"/>
              </a:spcAft>
              <a:buNone/>
            </a:pPr>
            <a:r>
              <a:rPr lang="en">
                <a:solidFill>
                  <a:schemeClr val="lt1"/>
                </a:solidFill>
                <a:latin typeface="Georgia"/>
                <a:ea typeface="Georgia"/>
                <a:cs typeface="Georgia"/>
                <a:sym typeface="Georgia"/>
              </a:rPr>
              <a:t>0.0215</a:t>
            </a:r>
            <a:endParaRPr>
              <a:solidFill>
                <a:schemeClr val="lt1"/>
              </a:solidFill>
              <a:latin typeface="Georgia"/>
              <a:ea typeface="Georgia"/>
              <a:cs typeface="Georgia"/>
              <a:sym typeface="Georgia"/>
            </a:endParaRPr>
          </a:p>
        </p:txBody>
      </p:sp>
      <p:sp>
        <p:nvSpPr>
          <p:cNvPr id="74" name="Google Shape;74;p14"/>
          <p:cNvSpPr/>
          <p:nvPr/>
        </p:nvSpPr>
        <p:spPr>
          <a:xfrm>
            <a:off x="2049732" y="1978851"/>
            <a:ext cx="820500" cy="330000"/>
          </a:xfrm>
          <a:prstGeom prst="rect">
            <a:avLst/>
          </a:prstGeom>
          <a:solidFill>
            <a:srgbClr val="4E2488"/>
          </a:solidFill>
          <a:ln cap="flat" cmpd="sng" w="9525">
            <a:solidFill>
              <a:schemeClr val="lt1"/>
            </a:solidFill>
            <a:prstDash val="solid"/>
            <a:round/>
            <a:headEnd len="sm" w="sm" type="none"/>
            <a:tailEnd len="sm" w="sm" type="none"/>
          </a:ln>
        </p:spPr>
        <p:txBody>
          <a:bodyPr anchorCtr="0" anchor="ctr" bIns="91425" lIns="91425" spcFirstLastPara="1" rIns="91425" wrap="square" tIns="91425">
            <a:noAutofit/>
          </a:bodyPr>
          <a:lstStyle/>
          <a:p>
            <a:pPr indent="0" lvl="0" marL="0" marR="0" rtl="0" algn="ctr">
              <a:lnSpc>
                <a:spcPct val="100000"/>
              </a:lnSpc>
              <a:spcBef>
                <a:spcPts val="0"/>
              </a:spcBef>
              <a:spcAft>
                <a:spcPts val="0"/>
              </a:spcAft>
              <a:buNone/>
            </a:pPr>
            <a:r>
              <a:rPr lang="en">
                <a:solidFill>
                  <a:schemeClr val="lt1"/>
                </a:solidFill>
                <a:latin typeface="Georgia"/>
                <a:ea typeface="Georgia"/>
                <a:cs typeface="Georgia"/>
                <a:sym typeface="Georgia"/>
              </a:rPr>
              <a:t>0.5</a:t>
            </a:r>
            <a:endParaRPr>
              <a:solidFill>
                <a:schemeClr val="lt1"/>
              </a:solidFill>
              <a:latin typeface="Georgia"/>
              <a:ea typeface="Georgia"/>
              <a:cs typeface="Georgia"/>
              <a:sym typeface="Georgia"/>
            </a:endParaRPr>
          </a:p>
        </p:txBody>
      </p:sp>
      <p:sp>
        <p:nvSpPr>
          <p:cNvPr id="75" name="Google Shape;75;p14"/>
          <p:cNvSpPr/>
          <p:nvPr/>
        </p:nvSpPr>
        <p:spPr>
          <a:xfrm>
            <a:off x="2049732" y="2309019"/>
            <a:ext cx="820500" cy="330000"/>
          </a:xfrm>
          <a:prstGeom prst="rect">
            <a:avLst/>
          </a:prstGeom>
          <a:solidFill>
            <a:srgbClr val="4E2488"/>
          </a:solidFill>
          <a:ln cap="flat" cmpd="sng" w="9525">
            <a:solidFill>
              <a:schemeClr val="lt1"/>
            </a:solidFill>
            <a:prstDash val="solid"/>
            <a:round/>
            <a:headEnd len="sm" w="sm" type="none"/>
            <a:tailEnd len="sm" w="sm" type="none"/>
          </a:ln>
        </p:spPr>
        <p:txBody>
          <a:bodyPr anchorCtr="0" anchor="ctr" bIns="91425" lIns="91425" spcFirstLastPara="1" rIns="91425" wrap="square" tIns="91425">
            <a:noAutofit/>
          </a:bodyPr>
          <a:lstStyle/>
          <a:p>
            <a:pPr indent="0" lvl="0" marL="0" rtl="0" algn="ctr">
              <a:spcBef>
                <a:spcPts val="0"/>
              </a:spcBef>
              <a:spcAft>
                <a:spcPts val="0"/>
              </a:spcAft>
              <a:buNone/>
            </a:pPr>
            <a:r>
              <a:rPr lang="en">
                <a:solidFill>
                  <a:schemeClr val="lt1"/>
                </a:solidFill>
                <a:latin typeface="Georgia"/>
                <a:ea typeface="Georgia"/>
                <a:cs typeface="Georgia"/>
                <a:sym typeface="Georgia"/>
              </a:rPr>
              <a:t>0.2</a:t>
            </a:r>
            <a:endParaRPr>
              <a:solidFill>
                <a:schemeClr val="lt1"/>
              </a:solidFill>
              <a:latin typeface="Georgia"/>
              <a:ea typeface="Georgia"/>
              <a:cs typeface="Georgia"/>
              <a:sym typeface="Georgia"/>
            </a:endParaRPr>
          </a:p>
        </p:txBody>
      </p:sp>
      <p:sp>
        <p:nvSpPr>
          <p:cNvPr id="76" name="Google Shape;76;p14"/>
          <p:cNvSpPr/>
          <p:nvPr/>
        </p:nvSpPr>
        <p:spPr>
          <a:xfrm>
            <a:off x="2049732" y="2639187"/>
            <a:ext cx="820500" cy="330000"/>
          </a:xfrm>
          <a:prstGeom prst="rect">
            <a:avLst/>
          </a:prstGeom>
          <a:solidFill>
            <a:srgbClr val="4E2488"/>
          </a:solidFill>
          <a:ln cap="flat" cmpd="sng" w="9525">
            <a:solidFill>
              <a:schemeClr val="lt1"/>
            </a:solidFill>
            <a:prstDash val="solid"/>
            <a:round/>
            <a:headEnd len="sm" w="sm" type="none"/>
            <a:tailEnd len="sm" w="sm" type="none"/>
          </a:ln>
        </p:spPr>
        <p:txBody>
          <a:bodyPr anchorCtr="0" anchor="ctr" bIns="91425" lIns="91425" spcFirstLastPara="1" rIns="91425" wrap="square" tIns="91425">
            <a:noAutofit/>
          </a:bodyPr>
          <a:lstStyle/>
          <a:p>
            <a:pPr indent="0" lvl="0" marL="0" rtl="0" algn="ctr">
              <a:spcBef>
                <a:spcPts val="0"/>
              </a:spcBef>
              <a:spcAft>
                <a:spcPts val="0"/>
              </a:spcAft>
              <a:buNone/>
            </a:pPr>
            <a:r>
              <a:rPr lang="en">
                <a:solidFill>
                  <a:schemeClr val="lt1"/>
                </a:solidFill>
                <a:latin typeface="Georgia"/>
                <a:ea typeface="Georgia"/>
                <a:cs typeface="Georgia"/>
                <a:sym typeface="Georgia"/>
              </a:rPr>
              <a:t>0.8</a:t>
            </a:r>
            <a:endParaRPr>
              <a:solidFill>
                <a:schemeClr val="lt1"/>
              </a:solidFill>
              <a:latin typeface="Georgia"/>
              <a:ea typeface="Georgia"/>
              <a:cs typeface="Georgia"/>
              <a:sym typeface="Georgia"/>
            </a:endParaRPr>
          </a:p>
        </p:txBody>
      </p:sp>
      <p:sp>
        <p:nvSpPr>
          <p:cNvPr id="77" name="Google Shape;77;p14"/>
          <p:cNvSpPr txBox="1"/>
          <p:nvPr/>
        </p:nvSpPr>
        <p:spPr>
          <a:xfrm>
            <a:off x="602425" y="1682555"/>
            <a:ext cx="457500" cy="400200"/>
          </a:xfrm>
          <a:prstGeom prst="rect">
            <a:avLst/>
          </a:prstGeom>
          <a:noFill/>
          <a:ln>
            <a:noFill/>
          </a:ln>
        </p:spPr>
        <p:txBody>
          <a:bodyPr anchorCtr="0" anchor="t" bIns="91425" lIns="91425" spcFirstLastPara="1" rIns="91425" wrap="square" tIns="91425">
            <a:spAutoFit/>
          </a:bodyPr>
          <a:lstStyle/>
          <a:p>
            <a:pPr indent="0" lvl="0" marL="0" rtl="0" algn="ctr">
              <a:spcBef>
                <a:spcPts val="0"/>
              </a:spcBef>
              <a:spcAft>
                <a:spcPts val="0"/>
              </a:spcAft>
              <a:buNone/>
            </a:pPr>
            <a:r>
              <a:rPr lang="en">
                <a:solidFill>
                  <a:schemeClr val="dk2"/>
                </a:solidFill>
                <a:latin typeface="Georgia"/>
                <a:ea typeface="Georgia"/>
                <a:cs typeface="Georgia"/>
                <a:sym typeface="Georgia"/>
              </a:rPr>
              <a:t>h</a:t>
            </a:r>
            <a:endParaRPr>
              <a:solidFill>
                <a:schemeClr val="dk2"/>
              </a:solidFill>
              <a:latin typeface="Georgia"/>
              <a:ea typeface="Georgia"/>
              <a:cs typeface="Georgia"/>
              <a:sym typeface="Georgia"/>
            </a:endParaRPr>
          </a:p>
        </p:txBody>
      </p:sp>
      <p:sp>
        <p:nvSpPr>
          <p:cNvPr id="78" name="Google Shape;78;p14"/>
          <p:cNvSpPr txBox="1"/>
          <p:nvPr/>
        </p:nvSpPr>
        <p:spPr>
          <a:xfrm>
            <a:off x="1422725" y="1683768"/>
            <a:ext cx="457500" cy="400200"/>
          </a:xfrm>
          <a:prstGeom prst="rect">
            <a:avLst/>
          </a:prstGeom>
          <a:noFill/>
          <a:ln>
            <a:noFill/>
          </a:ln>
        </p:spPr>
        <p:txBody>
          <a:bodyPr anchorCtr="0" anchor="t" bIns="91425" lIns="91425" spcFirstLastPara="1" rIns="91425" wrap="square" tIns="91425">
            <a:spAutoFit/>
          </a:bodyPr>
          <a:lstStyle/>
          <a:p>
            <a:pPr indent="0" lvl="0" marL="0" rtl="0" algn="ctr">
              <a:spcBef>
                <a:spcPts val="0"/>
              </a:spcBef>
              <a:spcAft>
                <a:spcPts val="0"/>
              </a:spcAft>
              <a:buNone/>
            </a:pPr>
            <a:r>
              <a:rPr lang="en">
                <a:solidFill>
                  <a:schemeClr val="dk2"/>
                </a:solidFill>
                <a:latin typeface="Georgia"/>
                <a:ea typeface="Georgia"/>
                <a:cs typeface="Georgia"/>
                <a:sym typeface="Georgia"/>
              </a:rPr>
              <a:t>𝛂</a:t>
            </a:r>
            <a:endParaRPr>
              <a:solidFill>
                <a:schemeClr val="dk2"/>
              </a:solidFill>
              <a:latin typeface="Georgia"/>
              <a:ea typeface="Georgia"/>
              <a:cs typeface="Georgia"/>
              <a:sym typeface="Georgia"/>
            </a:endParaRPr>
          </a:p>
        </p:txBody>
      </p:sp>
      <p:sp>
        <p:nvSpPr>
          <p:cNvPr id="79" name="Google Shape;79;p14"/>
          <p:cNvSpPr txBox="1"/>
          <p:nvPr/>
        </p:nvSpPr>
        <p:spPr>
          <a:xfrm>
            <a:off x="2231225" y="1683393"/>
            <a:ext cx="457500" cy="400200"/>
          </a:xfrm>
          <a:prstGeom prst="rect">
            <a:avLst/>
          </a:prstGeom>
          <a:noFill/>
          <a:ln>
            <a:noFill/>
          </a:ln>
        </p:spPr>
        <p:txBody>
          <a:bodyPr anchorCtr="0" anchor="t" bIns="91425" lIns="91425" spcFirstLastPara="1" rIns="91425" wrap="square" tIns="91425">
            <a:spAutoFit/>
          </a:bodyPr>
          <a:lstStyle/>
          <a:p>
            <a:pPr indent="0" lvl="0" marL="0" rtl="0" algn="ctr">
              <a:spcBef>
                <a:spcPts val="0"/>
              </a:spcBef>
              <a:spcAft>
                <a:spcPts val="0"/>
              </a:spcAft>
              <a:buNone/>
            </a:pPr>
            <a:r>
              <a:rPr lang="en">
                <a:solidFill>
                  <a:schemeClr val="dk2"/>
                </a:solidFill>
                <a:latin typeface="Georgia"/>
                <a:ea typeface="Georgia"/>
                <a:cs typeface="Georgia"/>
                <a:sym typeface="Georgia"/>
              </a:rPr>
              <a:t>l1</a:t>
            </a:r>
            <a:endParaRPr>
              <a:solidFill>
                <a:schemeClr val="dk2"/>
              </a:solidFill>
              <a:latin typeface="Georgia"/>
              <a:ea typeface="Georgia"/>
              <a:cs typeface="Georgia"/>
              <a:sym typeface="Georgia"/>
            </a:endParaRPr>
          </a:p>
        </p:txBody>
      </p:sp>
      <p:sp>
        <p:nvSpPr>
          <p:cNvPr id="80" name="Google Shape;80;p14"/>
          <p:cNvSpPr txBox="1"/>
          <p:nvPr/>
        </p:nvSpPr>
        <p:spPr>
          <a:xfrm>
            <a:off x="420925" y="1462450"/>
            <a:ext cx="2449200" cy="400200"/>
          </a:xfrm>
          <a:prstGeom prst="rect">
            <a:avLst/>
          </a:prstGeom>
          <a:noFill/>
          <a:ln>
            <a:noFill/>
          </a:ln>
        </p:spPr>
        <p:txBody>
          <a:bodyPr anchorCtr="0" anchor="t" bIns="91425" lIns="91425" spcFirstLastPara="1" rIns="91425" wrap="square" tIns="91425">
            <a:spAutoFit/>
          </a:bodyPr>
          <a:lstStyle/>
          <a:p>
            <a:pPr indent="0" lvl="0" marL="0" rtl="0" algn="ctr">
              <a:spcBef>
                <a:spcPts val="0"/>
              </a:spcBef>
              <a:spcAft>
                <a:spcPts val="0"/>
              </a:spcAft>
              <a:buNone/>
            </a:pPr>
            <a:r>
              <a:rPr lang="en">
                <a:solidFill>
                  <a:srgbClr val="4E2488"/>
                </a:solidFill>
                <a:latin typeface="Georgia"/>
                <a:ea typeface="Georgia"/>
                <a:cs typeface="Georgia"/>
                <a:sym typeface="Georgia"/>
              </a:rPr>
              <a:t>Best Hyperparameters</a:t>
            </a:r>
            <a:endParaRPr>
              <a:solidFill>
                <a:srgbClr val="4E2488"/>
              </a:solidFill>
              <a:latin typeface="Georgia"/>
              <a:ea typeface="Georgia"/>
              <a:cs typeface="Georgia"/>
              <a:sym typeface="Georgia"/>
            </a:endParaRPr>
          </a:p>
        </p:txBody>
      </p:sp>
    </p:spTree>
  </p:cSld>
  <p:clrMapOvr>
    <a:masterClrMapping/>
  </p:clrMapOvr>
</p:sld>
</file>

<file path=ppt/slides/slide3.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bg>
      <p:bgPr>
        <a:solidFill>
          <a:schemeClr val="lt1"/>
        </a:solidFill>
      </p:bgPr>
    </p:bg>
    <p:spTree>
      <p:nvGrpSpPr>
        <p:cNvPr id="84" name="Shape 84"/>
        <p:cNvGrpSpPr/>
        <p:nvPr/>
      </p:nvGrpSpPr>
      <p:grpSpPr>
        <a:xfrm>
          <a:off x="0" y="0"/>
          <a:ext cx="0" cy="0"/>
          <a:chOff x="0" y="0"/>
          <a:chExt cx="0" cy="0"/>
        </a:xfrm>
      </p:grpSpPr>
      <p:sp>
        <p:nvSpPr>
          <p:cNvPr id="85" name="Google Shape;85;p15"/>
          <p:cNvSpPr txBox="1"/>
          <p:nvPr>
            <p:ph type="title"/>
          </p:nvPr>
        </p:nvSpPr>
        <p:spPr>
          <a:xfrm>
            <a:off x="269825" y="574200"/>
            <a:ext cx="2763300" cy="4647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SzPts val="990"/>
              <a:buNone/>
            </a:pPr>
            <a:r>
              <a:rPr b="1" lang="en" sz="1660">
                <a:solidFill>
                  <a:srgbClr val="434343"/>
                </a:solidFill>
                <a:latin typeface="Georgia"/>
                <a:ea typeface="Georgia"/>
                <a:cs typeface="Georgia"/>
                <a:sym typeface="Georgia"/>
              </a:rPr>
              <a:t>Vector Autoregression</a:t>
            </a:r>
            <a:endParaRPr sz="2020"/>
          </a:p>
        </p:txBody>
      </p:sp>
      <p:sp>
        <p:nvSpPr>
          <p:cNvPr id="86" name="Google Shape;86;p15"/>
          <p:cNvSpPr txBox="1"/>
          <p:nvPr>
            <p:ph idx="1" type="body"/>
          </p:nvPr>
        </p:nvSpPr>
        <p:spPr>
          <a:xfrm>
            <a:off x="311700" y="1081349"/>
            <a:ext cx="2967000" cy="1662000"/>
          </a:xfrm>
          <a:prstGeom prst="rect">
            <a:avLst/>
          </a:prstGeom>
        </p:spPr>
        <p:txBody>
          <a:bodyPr anchorCtr="0" anchor="t" bIns="91425" lIns="91425" spcFirstLastPara="1" rIns="91425" wrap="square" tIns="91425">
            <a:noAutofit/>
          </a:bodyPr>
          <a:lstStyle/>
          <a:p>
            <a:pPr indent="0" lvl="0" marL="0" rtl="0" algn="l">
              <a:lnSpc>
                <a:spcPct val="100000"/>
              </a:lnSpc>
              <a:spcBef>
                <a:spcPts val="0"/>
              </a:spcBef>
              <a:spcAft>
                <a:spcPts val="0"/>
              </a:spcAft>
              <a:buNone/>
            </a:pPr>
            <a:r>
              <a:rPr b="1" lang="en" sz="1300">
                <a:latin typeface="Georgia"/>
                <a:ea typeface="Georgia"/>
                <a:cs typeface="Georgia"/>
                <a:sym typeface="Georgia"/>
              </a:rPr>
              <a:t>Selected Features (Best Lag = 1)</a:t>
            </a:r>
            <a:endParaRPr b="1" sz="1300">
              <a:latin typeface="Georgia"/>
              <a:ea typeface="Georgia"/>
              <a:cs typeface="Georgia"/>
              <a:sym typeface="Georgia"/>
            </a:endParaRPr>
          </a:p>
          <a:p>
            <a:pPr indent="0" lvl="0" marL="0" rtl="0" algn="l">
              <a:lnSpc>
                <a:spcPct val="100000"/>
              </a:lnSpc>
              <a:spcBef>
                <a:spcPts val="0"/>
              </a:spcBef>
              <a:spcAft>
                <a:spcPts val="0"/>
              </a:spcAft>
              <a:buNone/>
            </a:pPr>
            <a:r>
              <a:rPr b="1" lang="en" sz="1300">
                <a:solidFill>
                  <a:srgbClr val="4E2488"/>
                </a:solidFill>
                <a:latin typeface="Georgia"/>
                <a:ea typeface="Georgia"/>
                <a:cs typeface="Georgia"/>
                <a:sym typeface="Georgia"/>
              </a:rPr>
              <a:t>EXCAUSx:</a:t>
            </a:r>
            <a:r>
              <a:rPr b="1" lang="en" sz="1300">
                <a:latin typeface="Georgia"/>
                <a:ea typeface="Georgia"/>
                <a:cs typeface="Georgia"/>
                <a:sym typeface="Georgia"/>
              </a:rPr>
              <a:t> </a:t>
            </a:r>
            <a:r>
              <a:rPr b="1" lang="en" sz="900">
                <a:latin typeface="Georgia"/>
                <a:ea typeface="Georgia"/>
                <a:cs typeface="Georgia"/>
                <a:sym typeface="Georgia"/>
              </a:rPr>
              <a:t>Canada–U.S. FX Rate</a:t>
            </a:r>
            <a:endParaRPr b="1" sz="900">
              <a:latin typeface="Georgia"/>
              <a:ea typeface="Georgia"/>
              <a:cs typeface="Georgia"/>
              <a:sym typeface="Georgia"/>
            </a:endParaRPr>
          </a:p>
          <a:p>
            <a:pPr indent="0" lvl="0" marL="0" rtl="0" algn="l">
              <a:lnSpc>
                <a:spcPct val="100000"/>
              </a:lnSpc>
              <a:spcBef>
                <a:spcPts val="0"/>
              </a:spcBef>
              <a:spcAft>
                <a:spcPts val="0"/>
              </a:spcAft>
              <a:buNone/>
            </a:pPr>
            <a:r>
              <a:rPr b="1" lang="en" sz="1300">
                <a:solidFill>
                  <a:srgbClr val="4E2488"/>
                </a:solidFill>
                <a:latin typeface="Georgia"/>
                <a:ea typeface="Georgia"/>
                <a:cs typeface="Georgia"/>
                <a:sym typeface="Georgia"/>
              </a:rPr>
              <a:t>EXUSUKx:</a:t>
            </a:r>
            <a:r>
              <a:rPr b="1" lang="en" sz="900">
                <a:latin typeface="Georgia"/>
                <a:ea typeface="Georgia"/>
                <a:cs typeface="Georgia"/>
                <a:sym typeface="Georgia"/>
              </a:rPr>
              <a:t> U.S.–UK FX Rate</a:t>
            </a:r>
            <a:endParaRPr b="1" sz="900">
              <a:latin typeface="Georgia"/>
              <a:ea typeface="Georgia"/>
              <a:cs typeface="Georgia"/>
              <a:sym typeface="Georgia"/>
            </a:endParaRPr>
          </a:p>
          <a:p>
            <a:pPr indent="0" lvl="0" marL="0" rtl="0" algn="l">
              <a:lnSpc>
                <a:spcPct val="100000"/>
              </a:lnSpc>
              <a:spcBef>
                <a:spcPts val="0"/>
              </a:spcBef>
              <a:spcAft>
                <a:spcPts val="0"/>
              </a:spcAft>
              <a:buNone/>
            </a:pPr>
            <a:r>
              <a:rPr b="1" lang="en" sz="1300">
                <a:solidFill>
                  <a:srgbClr val="4E2488"/>
                </a:solidFill>
                <a:latin typeface="Georgia"/>
                <a:ea typeface="Georgia"/>
                <a:cs typeface="Georgia"/>
                <a:sym typeface="Georgia"/>
              </a:rPr>
              <a:t>EXSZUSx:</a:t>
            </a:r>
            <a:r>
              <a:rPr b="1" lang="en" sz="900">
                <a:solidFill>
                  <a:srgbClr val="4E2488"/>
                </a:solidFill>
                <a:latin typeface="Georgia"/>
                <a:ea typeface="Georgia"/>
                <a:cs typeface="Georgia"/>
                <a:sym typeface="Georgia"/>
              </a:rPr>
              <a:t> </a:t>
            </a:r>
            <a:r>
              <a:rPr b="1" lang="en" sz="900">
                <a:latin typeface="Georgia"/>
                <a:ea typeface="Georgia"/>
                <a:cs typeface="Georgia"/>
                <a:sym typeface="Georgia"/>
              </a:rPr>
              <a:t>Switze</a:t>
            </a:r>
            <a:r>
              <a:rPr b="1" lang="en" sz="900">
                <a:latin typeface="Georgia"/>
                <a:ea typeface="Georgia"/>
                <a:cs typeface="Georgia"/>
                <a:sym typeface="Georgia"/>
              </a:rPr>
              <a:t>rland</a:t>
            </a:r>
            <a:r>
              <a:rPr b="1" lang="en" sz="900">
                <a:latin typeface="Georgia"/>
                <a:ea typeface="Georgia"/>
                <a:cs typeface="Georgia"/>
                <a:sym typeface="Georgia"/>
              </a:rPr>
              <a:t>–U.S. FX Rate</a:t>
            </a:r>
            <a:endParaRPr b="1" sz="900">
              <a:latin typeface="Georgia"/>
              <a:ea typeface="Georgia"/>
              <a:cs typeface="Georgia"/>
              <a:sym typeface="Georgia"/>
            </a:endParaRPr>
          </a:p>
          <a:p>
            <a:pPr indent="0" lvl="0" marL="0" rtl="0" algn="l">
              <a:lnSpc>
                <a:spcPct val="100000"/>
              </a:lnSpc>
              <a:spcBef>
                <a:spcPts val="0"/>
              </a:spcBef>
              <a:spcAft>
                <a:spcPts val="0"/>
              </a:spcAft>
              <a:buNone/>
            </a:pPr>
            <a:r>
              <a:rPr b="1" lang="en" sz="1300">
                <a:solidFill>
                  <a:srgbClr val="4E2488"/>
                </a:solidFill>
                <a:latin typeface="Georgia"/>
                <a:ea typeface="Georgia"/>
                <a:cs typeface="Georgia"/>
                <a:sym typeface="Georgia"/>
              </a:rPr>
              <a:t>TB3SMFFM:</a:t>
            </a:r>
            <a:r>
              <a:rPr b="1" lang="en" sz="900">
                <a:latin typeface="Georgia"/>
                <a:ea typeface="Georgia"/>
                <a:cs typeface="Georgia"/>
                <a:sym typeface="Georgia"/>
              </a:rPr>
              <a:t> 3M Treasury Spread vs Fed Funds</a:t>
            </a:r>
            <a:endParaRPr b="1" sz="900">
              <a:latin typeface="Georgia"/>
              <a:ea typeface="Georgia"/>
              <a:cs typeface="Georgia"/>
              <a:sym typeface="Georgia"/>
            </a:endParaRPr>
          </a:p>
          <a:p>
            <a:pPr indent="0" lvl="0" marL="0" rtl="0" algn="l">
              <a:lnSpc>
                <a:spcPct val="100000"/>
              </a:lnSpc>
              <a:spcBef>
                <a:spcPts val="0"/>
              </a:spcBef>
              <a:spcAft>
                <a:spcPts val="0"/>
              </a:spcAft>
              <a:buNone/>
            </a:pPr>
            <a:r>
              <a:rPr b="1" lang="en" sz="1300">
                <a:solidFill>
                  <a:srgbClr val="4E2488"/>
                </a:solidFill>
                <a:latin typeface="Georgia"/>
                <a:ea typeface="Georgia"/>
                <a:cs typeface="Georgia"/>
                <a:sym typeface="Georgia"/>
              </a:rPr>
              <a:t>TB6SMFFM</a:t>
            </a:r>
            <a:r>
              <a:rPr b="1" lang="en" sz="900">
                <a:latin typeface="Georgia"/>
                <a:ea typeface="Georgia"/>
                <a:cs typeface="Georgia"/>
                <a:sym typeface="Georgia"/>
              </a:rPr>
              <a:t>: 6M Treasury Spread vs Fed Funds</a:t>
            </a:r>
            <a:endParaRPr b="1" sz="900">
              <a:latin typeface="Georgia"/>
              <a:ea typeface="Georgia"/>
              <a:cs typeface="Georgia"/>
              <a:sym typeface="Georgia"/>
            </a:endParaRPr>
          </a:p>
          <a:p>
            <a:pPr indent="0" lvl="0" marL="0" rtl="0" algn="l">
              <a:lnSpc>
                <a:spcPct val="100000"/>
              </a:lnSpc>
              <a:spcBef>
                <a:spcPts val="0"/>
              </a:spcBef>
              <a:spcAft>
                <a:spcPts val="0"/>
              </a:spcAft>
              <a:buNone/>
            </a:pPr>
            <a:r>
              <a:t/>
            </a:r>
            <a:endParaRPr b="1" sz="900">
              <a:latin typeface="Georgia"/>
              <a:ea typeface="Georgia"/>
              <a:cs typeface="Georgia"/>
              <a:sym typeface="Georgia"/>
            </a:endParaRPr>
          </a:p>
          <a:p>
            <a:pPr indent="0" lvl="0" marL="0" rtl="0" algn="l">
              <a:lnSpc>
                <a:spcPct val="100000"/>
              </a:lnSpc>
              <a:spcBef>
                <a:spcPts val="0"/>
              </a:spcBef>
              <a:spcAft>
                <a:spcPts val="0"/>
              </a:spcAft>
              <a:buNone/>
            </a:pPr>
            <a:r>
              <a:t/>
            </a:r>
            <a:endParaRPr sz="1300">
              <a:latin typeface="Georgia"/>
              <a:ea typeface="Georgia"/>
              <a:cs typeface="Georgia"/>
              <a:sym typeface="Georgia"/>
            </a:endParaRPr>
          </a:p>
          <a:p>
            <a:pPr indent="0" lvl="0" marL="0" rtl="0" algn="l">
              <a:lnSpc>
                <a:spcPct val="100000"/>
              </a:lnSpc>
              <a:spcBef>
                <a:spcPts val="1200"/>
              </a:spcBef>
              <a:spcAft>
                <a:spcPts val="0"/>
              </a:spcAft>
              <a:buNone/>
            </a:pPr>
            <a:r>
              <a:t/>
            </a:r>
            <a:endParaRPr sz="1300">
              <a:latin typeface="Georgia"/>
              <a:ea typeface="Georgia"/>
              <a:cs typeface="Georgia"/>
              <a:sym typeface="Georgia"/>
            </a:endParaRPr>
          </a:p>
          <a:p>
            <a:pPr indent="0" lvl="0" marL="0" rtl="0" algn="l">
              <a:lnSpc>
                <a:spcPct val="100000"/>
              </a:lnSpc>
              <a:spcBef>
                <a:spcPts val="1200"/>
              </a:spcBef>
              <a:spcAft>
                <a:spcPts val="0"/>
              </a:spcAft>
              <a:buNone/>
            </a:pPr>
            <a:r>
              <a:t/>
            </a:r>
            <a:endParaRPr sz="1300">
              <a:latin typeface="Georgia"/>
              <a:ea typeface="Georgia"/>
              <a:cs typeface="Georgia"/>
              <a:sym typeface="Georgia"/>
            </a:endParaRPr>
          </a:p>
          <a:p>
            <a:pPr indent="0" lvl="0" marL="0" rtl="0" algn="l">
              <a:spcBef>
                <a:spcPts val="1200"/>
              </a:spcBef>
              <a:spcAft>
                <a:spcPts val="0"/>
              </a:spcAft>
              <a:buNone/>
            </a:pPr>
            <a:r>
              <a:t/>
            </a:r>
            <a:endParaRPr sz="1300">
              <a:latin typeface="Georgia"/>
              <a:ea typeface="Georgia"/>
              <a:cs typeface="Georgia"/>
              <a:sym typeface="Georgia"/>
            </a:endParaRPr>
          </a:p>
          <a:p>
            <a:pPr indent="0" lvl="0" marL="0" rtl="0" algn="l">
              <a:spcBef>
                <a:spcPts val="1200"/>
              </a:spcBef>
              <a:spcAft>
                <a:spcPts val="0"/>
              </a:spcAft>
              <a:buNone/>
            </a:pPr>
            <a:r>
              <a:t/>
            </a:r>
            <a:endParaRPr sz="1300">
              <a:latin typeface="Georgia"/>
              <a:ea typeface="Georgia"/>
              <a:cs typeface="Georgia"/>
              <a:sym typeface="Georgia"/>
            </a:endParaRPr>
          </a:p>
          <a:p>
            <a:pPr indent="0" lvl="0" marL="0" rtl="0" algn="l">
              <a:lnSpc>
                <a:spcPct val="100000"/>
              </a:lnSpc>
              <a:spcBef>
                <a:spcPts val="1200"/>
              </a:spcBef>
              <a:spcAft>
                <a:spcPts val="0"/>
              </a:spcAft>
              <a:buNone/>
            </a:pPr>
            <a:r>
              <a:t/>
            </a:r>
            <a:endParaRPr sz="1200">
              <a:solidFill>
                <a:srgbClr val="000000"/>
              </a:solidFill>
              <a:latin typeface="Georgia"/>
              <a:ea typeface="Georgia"/>
              <a:cs typeface="Georgia"/>
              <a:sym typeface="Georgia"/>
            </a:endParaRPr>
          </a:p>
          <a:p>
            <a:pPr indent="0" lvl="0" marL="0" rtl="0" algn="l">
              <a:spcBef>
                <a:spcPts val="0"/>
              </a:spcBef>
              <a:spcAft>
                <a:spcPts val="0"/>
              </a:spcAft>
              <a:buNone/>
            </a:pPr>
            <a:r>
              <a:t/>
            </a:r>
            <a:endParaRPr sz="1300">
              <a:latin typeface="Georgia"/>
              <a:ea typeface="Georgia"/>
              <a:cs typeface="Georgia"/>
              <a:sym typeface="Georgia"/>
            </a:endParaRPr>
          </a:p>
          <a:p>
            <a:pPr indent="0" lvl="0" marL="0" rtl="0" algn="l">
              <a:spcBef>
                <a:spcPts val="1200"/>
              </a:spcBef>
              <a:spcAft>
                <a:spcPts val="1200"/>
              </a:spcAft>
              <a:buNone/>
            </a:pPr>
            <a:r>
              <a:t/>
            </a:r>
            <a:endParaRPr sz="1300">
              <a:latin typeface="Georgia"/>
              <a:ea typeface="Georgia"/>
              <a:cs typeface="Georgia"/>
              <a:sym typeface="Georgia"/>
            </a:endParaRPr>
          </a:p>
        </p:txBody>
      </p:sp>
      <p:pic>
        <p:nvPicPr>
          <p:cNvPr id="87" name="Google Shape;87;p15" title="NYU Logo.png"/>
          <p:cNvPicPr preferRelativeResize="0"/>
          <p:nvPr/>
        </p:nvPicPr>
        <p:blipFill>
          <a:blip r:embed="rId3">
            <a:alphaModFix/>
          </a:blip>
          <a:stretch>
            <a:fillRect/>
          </a:stretch>
        </p:blipFill>
        <p:spPr>
          <a:xfrm>
            <a:off x="46975" y="58725"/>
            <a:ext cx="980152" cy="334051"/>
          </a:xfrm>
          <a:prstGeom prst="rect">
            <a:avLst/>
          </a:prstGeom>
          <a:noFill/>
          <a:ln>
            <a:noFill/>
          </a:ln>
        </p:spPr>
      </p:pic>
      <p:cxnSp>
        <p:nvCxnSpPr>
          <p:cNvPr id="88" name="Google Shape;88;p15"/>
          <p:cNvCxnSpPr/>
          <p:nvPr/>
        </p:nvCxnSpPr>
        <p:spPr>
          <a:xfrm>
            <a:off x="3278700" y="509650"/>
            <a:ext cx="0" cy="2024400"/>
          </a:xfrm>
          <a:prstGeom prst="straightConnector1">
            <a:avLst/>
          </a:prstGeom>
          <a:noFill/>
          <a:ln cap="flat" cmpd="sng" w="9525">
            <a:solidFill>
              <a:srgbClr val="4E2488"/>
            </a:solidFill>
            <a:prstDash val="solid"/>
            <a:round/>
            <a:headEnd len="med" w="med" type="none"/>
            <a:tailEnd len="med" w="med" type="none"/>
          </a:ln>
        </p:spPr>
      </p:cxnSp>
      <p:sp>
        <p:nvSpPr>
          <p:cNvPr id="89" name="Google Shape;89;p15"/>
          <p:cNvSpPr txBox="1"/>
          <p:nvPr/>
        </p:nvSpPr>
        <p:spPr>
          <a:xfrm>
            <a:off x="311700" y="818325"/>
            <a:ext cx="2893200" cy="338700"/>
          </a:xfrm>
          <a:prstGeom prst="rect">
            <a:avLst/>
          </a:prstGeom>
          <a:noFill/>
          <a:ln>
            <a:noFill/>
          </a:ln>
        </p:spPr>
        <p:txBody>
          <a:bodyPr anchorCtr="0" anchor="t" bIns="91425" lIns="91425" spcFirstLastPara="1" rIns="91425" wrap="square" tIns="91425">
            <a:spAutoFit/>
          </a:bodyPr>
          <a:lstStyle/>
          <a:p>
            <a:pPr indent="0" lvl="0" marL="0" rtl="0" algn="l">
              <a:spcBef>
                <a:spcPts val="0"/>
              </a:spcBef>
              <a:spcAft>
                <a:spcPts val="0"/>
              </a:spcAft>
              <a:buNone/>
            </a:pPr>
            <a:r>
              <a:rPr i="1" lang="en" sz="1000">
                <a:solidFill>
                  <a:srgbClr val="4A5568"/>
                </a:solidFill>
                <a:latin typeface="Calibri"/>
                <a:ea typeface="Calibri"/>
                <a:cs typeface="Calibri"/>
                <a:sym typeface="Calibri"/>
              </a:rPr>
              <a:t>Multivariate Econometric Sys. with Feedback Effects</a:t>
            </a:r>
            <a:endParaRPr sz="1000"/>
          </a:p>
        </p:txBody>
      </p:sp>
      <p:pic>
        <p:nvPicPr>
          <p:cNvPr id="90" name="Google Shape;90;p15"/>
          <p:cNvPicPr preferRelativeResize="0"/>
          <p:nvPr/>
        </p:nvPicPr>
        <p:blipFill>
          <a:blip r:embed="rId4">
            <a:alphaModFix/>
          </a:blip>
          <a:stretch>
            <a:fillRect/>
          </a:stretch>
        </p:blipFill>
        <p:spPr>
          <a:xfrm>
            <a:off x="3534750" y="493150"/>
            <a:ext cx="5486400" cy="2057400"/>
          </a:xfrm>
          <a:prstGeom prst="rect">
            <a:avLst/>
          </a:prstGeom>
          <a:noFill/>
          <a:ln>
            <a:noFill/>
          </a:ln>
        </p:spPr>
      </p:pic>
      <p:pic>
        <p:nvPicPr>
          <p:cNvPr id="91" name="Google Shape;91;p15"/>
          <p:cNvPicPr preferRelativeResize="0"/>
          <p:nvPr/>
        </p:nvPicPr>
        <p:blipFill>
          <a:blip r:embed="rId5">
            <a:alphaModFix/>
          </a:blip>
          <a:stretch>
            <a:fillRect/>
          </a:stretch>
        </p:blipFill>
        <p:spPr>
          <a:xfrm>
            <a:off x="3534750" y="493150"/>
            <a:ext cx="5486400" cy="2057400"/>
          </a:xfrm>
          <a:prstGeom prst="rect">
            <a:avLst/>
          </a:prstGeom>
          <a:noFill/>
          <a:ln>
            <a:noFill/>
          </a:ln>
        </p:spPr>
      </p:pic>
      <p:pic>
        <p:nvPicPr>
          <p:cNvPr id="92" name="Google Shape;92;p15"/>
          <p:cNvPicPr preferRelativeResize="0"/>
          <p:nvPr/>
        </p:nvPicPr>
        <p:blipFill>
          <a:blip r:embed="rId6">
            <a:alphaModFix/>
          </a:blip>
          <a:stretch>
            <a:fillRect/>
          </a:stretch>
        </p:blipFill>
        <p:spPr>
          <a:xfrm>
            <a:off x="3534750" y="493150"/>
            <a:ext cx="5486400" cy="2057400"/>
          </a:xfrm>
          <a:prstGeom prst="rect">
            <a:avLst/>
          </a:prstGeom>
          <a:noFill/>
          <a:ln>
            <a:noFill/>
          </a:ln>
        </p:spPr>
      </p:pic>
      <p:pic>
        <p:nvPicPr>
          <p:cNvPr id="93" name="Google Shape;93;p15"/>
          <p:cNvPicPr preferRelativeResize="0"/>
          <p:nvPr/>
        </p:nvPicPr>
        <p:blipFill>
          <a:blip r:embed="rId7">
            <a:alphaModFix/>
          </a:blip>
          <a:stretch>
            <a:fillRect/>
          </a:stretch>
        </p:blipFill>
        <p:spPr>
          <a:xfrm>
            <a:off x="3534750" y="493150"/>
            <a:ext cx="5486400" cy="2057400"/>
          </a:xfrm>
          <a:prstGeom prst="rect">
            <a:avLst/>
          </a:prstGeom>
          <a:noFill/>
          <a:ln>
            <a:noFill/>
          </a:ln>
        </p:spPr>
      </p:pic>
      <p:pic>
        <p:nvPicPr>
          <p:cNvPr id="94" name="Google Shape;94;p15"/>
          <p:cNvPicPr preferRelativeResize="0"/>
          <p:nvPr/>
        </p:nvPicPr>
        <p:blipFill>
          <a:blip r:embed="rId8">
            <a:alphaModFix/>
          </a:blip>
          <a:stretch>
            <a:fillRect/>
          </a:stretch>
        </p:blipFill>
        <p:spPr>
          <a:xfrm>
            <a:off x="3534750" y="493150"/>
            <a:ext cx="5486400" cy="2057400"/>
          </a:xfrm>
          <a:prstGeom prst="rect">
            <a:avLst/>
          </a:prstGeom>
          <a:noFill/>
          <a:ln>
            <a:noFill/>
          </a:ln>
        </p:spPr>
      </p:pic>
      <p:sp>
        <p:nvSpPr>
          <p:cNvPr id="95" name="Google Shape;95;p15"/>
          <p:cNvSpPr txBox="1"/>
          <p:nvPr/>
        </p:nvSpPr>
        <p:spPr>
          <a:xfrm>
            <a:off x="5114000" y="186129"/>
            <a:ext cx="3000000" cy="346200"/>
          </a:xfrm>
          <a:prstGeom prst="rect">
            <a:avLst/>
          </a:prstGeom>
          <a:noFill/>
          <a:ln>
            <a:noFill/>
          </a:ln>
        </p:spPr>
        <p:txBody>
          <a:bodyPr anchorCtr="0" anchor="t" bIns="91425" lIns="91425" spcFirstLastPara="1" rIns="91425" wrap="square" tIns="91425">
            <a:spAutoFit/>
          </a:bodyPr>
          <a:lstStyle/>
          <a:p>
            <a:pPr indent="0" lvl="0" marL="0" rtl="0" algn="ctr">
              <a:lnSpc>
                <a:spcPct val="135714"/>
              </a:lnSpc>
              <a:spcBef>
                <a:spcPts val="0"/>
              </a:spcBef>
              <a:spcAft>
                <a:spcPts val="0"/>
              </a:spcAft>
              <a:buNone/>
            </a:pPr>
            <a:r>
              <a:rPr b="1" lang="en" sz="1050">
                <a:solidFill>
                  <a:srgbClr val="4E2488"/>
                </a:solidFill>
                <a:latin typeface="Georgia"/>
                <a:ea typeface="Georgia"/>
                <a:cs typeface="Georgia"/>
                <a:sym typeface="Georgia"/>
              </a:rPr>
              <a:t>Impulse Response Functions (IRFs, 1D)</a:t>
            </a:r>
            <a:endParaRPr b="1" sz="1050">
              <a:solidFill>
                <a:srgbClr val="4E2488"/>
              </a:solidFill>
              <a:latin typeface="Georgia"/>
              <a:ea typeface="Georgia"/>
              <a:cs typeface="Georgia"/>
              <a:sym typeface="Georgia"/>
            </a:endParaRPr>
          </a:p>
        </p:txBody>
      </p:sp>
      <p:pic>
        <p:nvPicPr>
          <p:cNvPr id="96" name="Google Shape;96;p15"/>
          <p:cNvPicPr preferRelativeResize="0"/>
          <p:nvPr/>
        </p:nvPicPr>
        <p:blipFill>
          <a:blip r:embed="rId9">
            <a:alphaModFix/>
          </a:blip>
          <a:stretch>
            <a:fillRect/>
          </a:stretch>
        </p:blipFill>
        <p:spPr>
          <a:xfrm>
            <a:off x="64008" y="2743200"/>
            <a:ext cx="9025126" cy="2331720"/>
          </a:xfrm>
          <a:prstGeom prst="rect">
            <a:avLst/>
          </a:prstGeom>
          <a:noFill/>
          <a:ln>
            <a:noFill/>
          </a:ln>
        </p:spPr>
      </p:pic>
    </p:spTree>
  </p:cSld>
  <p:clrMapOvr>
    <a:masterClrMapping/>
  </p:clrMapOvr>
  <p:timing>
    <p:tnLst>
      <p:par>
        <p:cTn dur="indefinite" nodeType="tmRoot" restart="never">
          <p:childTnLst>
            <p:seq concurrent="1" nextAc="seek">
              <p:cTn dur="indefinite" id="2" nodeType="mainSeq">
                <p:childTnLst>
                  <p:par>
                    <p:cTn fill="hold">
                      <p:stCondLst>
                        <p:cond delay="indefinite"/>
                      </p:stCondLst>
                      <p:childTnLst>
                        <p:par>
                          <p:cTn fill="hold">
                            <p:stCondLst>
                              <p:cond delay="0"/>
                            </p:stCondLst>
                            <p:childTnLst>
                              <p:par>
                                <p:cTn fill="hold" nodeType="clickEffect" presetClass="entr" presetID="1" presetSubtype="0">
                                  <p:stCondLst>
                                    <p:cond delay="0"/>
                                  </p:stCondLst>
                                  <p:childTnLst>
                                    <p:set>
                                      <p:cBhvr>
                                        <p:cTn dur="1" fill="hold">
                                          <p:stCondLst>
                                            <p:cond delay="0"/>
                                          </p:stCondLst>
                                        </p:cTn>
                                        <p:tgtEl>
                                          <p:spTgt spid="90"/>
                                        </p:tgtEl>
                                        <p:attrNameLst>
                                          <p:attrName>style.visibility</p:attrName>
                                        </p:attrNameLst>
                                      </p:cBhvr>
                                      <p:to>
                                        <p:strVal val="visible"/>
                                      </p:to>
                                    </p:set>
                                  </p:childTnLst>
                                </p:cTn>
                              </p:par>
                            </p:childTnLst>
                          </p:cTn>
                        </p:par>
                      </p:childTnLst>
                    </p:cTn>
                  </p:par>
                  <p:par>
                    <p:cTn fill="hold">
                      <p:stCondLst>
                        <p:cond delay="indefinite"/>
                      </p:stCondLst>
                      <p:childTnLst>
                        <p:par>
                          <p:cTn fill="hold">
                            <p:stCondLst>
                              <p:cond delay="0"/>
                            </p:stCondLst>
                            <p:childTnLst>
                              <p:par>
                                <p:cTn fill="hold" nodeType="clickEffect" presetClass="entr" presetID="1" presetSubtype="0">
                                  <p:stCondLst>
                                    <p:cond delay="0"/>
                                  </p:stCondLst>
                                  <p:childTnLst>
                                    <p:set>
                                      <p:cBhvr>
                                        <p:cTn dur="1" fill="hold">
                                          <p:stCondLst>
                                            <p:cond delay="0"/>
                                          </p:stCondLst>
                                        </p:cTn>
                                        <p:tgtEl>
                                          <p:spTgt spid="91"/>
                                        </p:tgtEl>
                                        <p:attrNameLst>
                                          <p:attrName>style.visibility</p:attrName>
                                        </p:attrNameLst>
                                      </p:cBhvr>
                                      <p:to>
                                        <p:strVal val="visible"/>
                                      </p:to>
                                    </p:set>
                                  </p:childTnLst>
                                </p:cTn>
                              </p:par>
                            </p:childTnLst>
                          </p:cTn>
                        </p:par>
                      </p:childTnLst>
                    </p:cTn>
                  </p:par>
                  <p:par>
                    <p:cTn fill="hold">
                      <p:stCondLst>
                        <p:cond delay="indefinite"/>
                      </p:stCondLst>
                      <p:childTnLst>
                        <p:par>
                          <p:cTn fill="hold">
                            <p:stCondLst>
                              <p:cond delay="0"/>
                            </p:stCondLst>
                            <p:childTnLst>
                              <p:par>
                                <p:cTn fill="hold" nodeType="clickEffect" presetClass="entr" presetID="1" presetSubtype="0">
                                  <p:stCondLst>
                                    <p:cond delay="0"/>
                                  </p:stCondLst>
                                  <p:childTnLst>
                                    <p:set>
                                      <p:cBhvr>
                                        <p:cTn dur="1" fill="hold">
                                          <p:stCondLst>
                                            <p:cond delay="0"/>
                                          </p:stCondLst>
                                        </p:cTn>
                                        <p:tgtEl>
                                          <p:spTgt spid="92"/>
                                        </p:tgtEl>
                                        <p:attrNameLst>
                                          <p:attrName>style.visibility</p:attrName>
                                        </p:attrNameLst>
                                      </p:cBhvr>
                                      <p:to>
                                        <p:strVal val="visible"/>
                                      </p:to>
                                    </p:set>
                                  </p:childTnLst>
                                </p:cTn>
                              </p:par>
                            </p:childTnLst>
                          </p:cTn>
                        </p:par>
                      </p:childTnLst>
                    </p:cTn>
                  </p:par>
                  <p:par>
                    <p:cTn fill="hold">
                      <p:stCondLst>
                        <p:cond delay="indefinite"/>
                      </p:stCondLst>
                      <p:childTnLst>
                        <p:par>
                          <p:cTn fill="hold">
                            <p:stCondLst>
                              <p:cond delay="0"/>
                            </p:stCondLst>
                            <p:childTnLst>
                              <p:par>
                                <p:cTn fill="hold" nodeType="clickEffect" presetClass="entr" presetID="1" presetSubtype="0">
                                  <p:stCondLst>
                                    <p:cond delay="0"/>
                                  </p:stCondLst>
                                  <p:childTnLst>
                                    <p:set>
                                      <p:cBhvr>
                                        <p:cTn dur="1" fill="hold">
                                          <p:stCondLst>
                                            <p:cond delay="0"/>
                                          </p:stCondLst>
                                        </p:cTn>
                                        <p:tgtEl>
                                          <p:spTgt spid="93"/>
                                        </p:tgtEl>
                                        <p:attrNameLst>
                                          <p:attrName>style.visibility</p:attrName>
                                        </p:attrNameLst>
                                      </p:cBhvr>
                                      <p:to>
                                        <p:strVal val="visible"/>
                                      </p:to>
                                    </p:set>
                                  </p:childTnLst>
                                </p:cTn>
                              </p:par>
                            </p:childTnLst>
                          </p:cTn>
                        </p:par>
                      </p:childTnLst>
                    </p:cTn>
                  </p:par>
                  <p:par>
                    <p:cTn fill="hold">
                      <p:stCondLst>
                        <p:cond delay="indefinite"/>
                      </p:stCondLst>
                      <p:childTnLst>
                        <p:par>
                          <p:cTn fill="hold">
                            <p:stCondLst>
                              <p:cond delay="0"/>
                            </p:stCondLst>
                            <p:childTnLst>
                              <p:par>
                                <p:cTn fill="hold" nodeType="clickEffect" presetClass="entr" presetID="1" presetSubtype="0">
                                  <p:stCondLst>
                                    <p:cond delay="0"/>
                                  </p:stCondLst>
                                  <p:childTnLst>
                                    <p:set>
                                      <p:cBhvr>
                                        <p:cTn dur="1" fill="hold">
                                          <p:stCondLst>
                                            <p:cond delay="0"/>
                                          </p:stCondLst>
                                        </p:cTn>
                                        <p:tgtEl>
                                          <p:spTgt spid="94"/>
                                        </p:tgtEl>
                                        <p:attrNameLst>
                                          <p:attrName>style.visibility</p:attrName>
                                        </p:attrNameLst>
                                      </p:cBhvr>
                                      <p:to>
                                        <p:strVal val="visible"/>
                                      </p:to>
                                    </p:set>
                                  </p:childTnLst>
                                </p:cTn>
                              </p:par>
                            </p:childTnLst>
                          </p:cTn>
                        </p:par>
                      </p:childTnLst>
                    </p:cTn>
                  </p:par>
                </p:childTnLst>
              </p:cTn>
              <p:prevCondLst>
                <p:cond evt="onPrev">
                  <p:tgtEl>
                    <p:sldTgt/>
                  </p:tgtEl>
                </p:cond>
              </p:prevCondLst>
              <p:nextCondLst>
                <p:cond evt="onNext">
                  <p:tgtEl>
                    <p:sldTgt/>
                  </p:tgtEl>
                </p:cond>
              </p:nextCondLst>
            </p:seq>
          </p:childTnLst>
        </p:cTn>
      </p:par>
    </p:tnLst>
  </p:timing>
</p:sld>
</file>

<file path=ppt/slides/slide4.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bg>
      <p:bgPr>
        <a:solidFill>
          <a:schemeClr val="lt1"/>
        </a:solidFill>
      </p:bgPr>
    </p:bg>
    <p:spTree>
      <p:nvGrpSpPr>
        <p:cNvPr id="100" name="Shape 100"/>
        <p:cNvGrpSpPr/>
        <p:nvPr/>
      </p:nvGrpSpPr>
      <p:grpSpPr>
        <a:xfrm>
          <a:off x="0" y="0"/>
          <a:ext cx="0" cy="0"/>
          <a:chOff x="0" y="0"/>
          <a:chExt cx="0" cy="0"/>
        </a:xfrm>
      </p:grpSpPr>
      <p:sp>
        <p:nvSpPr>
          <p:cNvPr id="101" name="Google Shape;101;p16"/>
          <p:cNvSpPr txBox="1"/>
          <p:nvPr>
            <p:ph type="title"/>
          </p:nvPr>
        </p:nvSpPr>
        <p:spPr>
          <a:xfrm>
            <a:off x="311700" y="448056"/>
            <a:ext cx="2763300" cy="572700"/>
          </a:xfrm>
          <a:prstGeom prst="rect">
            <a:avLst/>
          </a:prstGeom>
        </p:spPr>
        <p:txBody>
          <a:bodyPr anchorCtr="0" anchor="ctr" bIns="91425" lIns="91425" spcFirstLastPara="1" rIns="91425" wrap="square" tIns="91425">
            <a:noAutofit/>
          </a:bodyPr>
          <a:lstStyle/>
          <a:p>
            <a:pPr indent="0" lvl="0" marL="0" marR="0" rtl="0" algn="l">
              <a:lnSpc>
                <a:spcPct val="100000"/>
              </a:lnSpc>
              <a:spcBef>
                <a:spcPts val="0"/>
              </a:spcBef>
              <a:spcAft>
                <a:spcPts val="0"/>
              </a:spcAft>
              <a:buNone/>
            </a:pPr>
            <a:r>
              <a:rPr b="1" lang="en" sz="2400">
                <a:solidFill>
                  <a:srgbClr val="434343"/>
                </a:solidFill>
                <a:latin typeface="Georgia"/>
                <a:ea typeface="Georgia"/>
                <a:cs typeface="Georgia"/>
                <a:sym typeface="Georgia"/>
              </a:rPr>
              <a:t>XGBoost</a:t>
            </a:r>
            <a:endParaRPr sz="1720"/>
          </a:p>
        </p:txBody>
      </p:sp>
      <p:pic>
        <p:nvPicPr>
          <p:cNvPr id="102" name="Google Shape;102;p16" title="NYU Logo.png"/>
          <p:cNvPicPr preferRelativeResize="0"/>
          <p:nvPr/>
        </p:nvPicPr>
        <p:blipFill>
          <a:blip r:embed="rId3">
            <a:alphaModFix/>
          </a:blip>
          <a:stretch>
            <a:fillRect/>
          </a:stretch>
        </p:blipFill>
        <p:spPr>
          <a:xfrm>
            <a:off x="46975" y="58725"/>
            <a:ext cx="980152" cy="334051"/>
          </a:xfrm>
          <a:prstGeom prst="rect">
            <a:avLst/>
          </a:prstGeom>
          <a:noFill/>
          <a:ln>
            <a:noFill/>
          </a:ln>
        </p:spPr>
      </p:pic>
      <p:cxnSp>
        <p:nvCxnSpPr>
          <p:cNvPr id="103" name="Google Shape;103;p16"/>
          <p:cNvCxnSpPr/>
          <p:nvPr/>
        </p:nvCxnSpPr>
        <p:spPr>
          <a:xfrm>
            <a:off x="4605400" y="509650"/>
            <a:ext cx="0" cy="2024400"/>
          </a:xfrm>
          <a:prstGeom prst="straightConnector1">
            <a:avLst/>
          </a:prstGeom>
          <a:noFill/>
          <a:ln cap="flat" cmpd="sng" w="9525">
            <a:solidFill>
              <a:srgbClr val="4E2488"/>
            </a:solidFill>
            <a:prstDash val="solid"/>
            <a:round/>
            <a:headEnd len="med" w="med" type="none"/>
            <a:tailEnd len="med" w="med" type="none"/>
          </a:ln>
        </p:spPr>
      </p:cxnSp>
      <p:sp>
        <p:nvSpPr>
          <p:cNvPr id="104" name="Google Shape;104;p16"/>
          <p:cNvSpPr txBox="1"/>
          <p:nvPr/>
        </p:nvSpPr>
        <p:spPr>
          <a:xfrm>
            <a:off x="311700" y="818325"/>
            <a:ext cx="3420300" cy="338700"/>
          </a:xfrm>
          <a:prstGeom prst="rect">
            <a:avLst/>
          </a:prstGeom>
          <a:noFill/>
          <a:ln>
            <a:noFill/>
          </a:ln>
        </p:spPr>
        <p:txBody>
          <a:bodyPr anchorCtr="0" anchor="t" bIns="91425" lIns="91425" spcFirstLastPara="1" rIns="91425" wrap="square" tIns="91425">
            <a:spAutoFit/>
          </a:bodyPr>
          <a:lstStyle/>
          <a:p>
            <a:pPr indent="0" lvl="0" marL="0" rtl="0" algn="l">
              <a:spcBef>
                <a:spcPts val="0"/>
              </a:spcBef>
              <a:spcAft>
                <a:spcPts val="0"/>
              </a:spcAft>
              <a:buNone/>
            </a:pPr>
            <a:r>
              <a:rPr i="1" lang="en" sz="1000">
                <a:solidFill>
                  <a:srgbClr val="4A5568"/>
                </a:solidFill>
                <a:latin typeface="Calibri"/>
                <a:ea typeface="Calibri"/>
                <a:cs typeface="Calibri"/>
                <a:sym typeface="Calibri"/>
              </a:rPr>
              <a:t>Extreme Gradient-Boosted Decision Trees</a:t>
            </a:r>
            <a:endParaRPr i="1" sz="1000">
              <a:solidFill>
                <a:srgbClr val="4A5568"/>
              </a:solidFill>
              <a:latin typeface="Calibri"/>
              <a:ea typeface="Calibri"/>
              <a:cs typeface="Calibri"/>
              <a:sym typeface="Calibri"/>
            </a:endParaRPr>
          </a:p>
        </p:txBody>
      </p:sp>
      <p:sp>
        <p:nvSpPr>
          <p:cNvPr id="105" name="Google Shape;105;p16"/>
          <p:cNvSpPr/>
          <p:nvPr/>
        </p:nvSpPr>
        <p:spPr>
          <a:xfrm>
            <a:off x="311700" y="1601050"/>
            <a:ext cx="820500" cy="330000"/>
          </a:xfrm>
          <a:prstGeom prst="rect">
            <a:avLst/>
          </a:prstGeom>
          <a:solidFill>
            <a:srgbClr val="4E2488"/>
          </a:solidFill>
          <a:ln cap="flat" cmpd="sng" w="9525">
            <a:solidFill>
              <a:schemeClr val="lt1"/>
            </a:solidFill>
            <a:prstDash val="solid"/>
            <a:round/>
            <a:headEnd len="sm" w="sm" type="none"/>
            <a:tailEnd len="sm" w="sm" type="none"/>
          </a:ln>
        </p:spPr>
        <p:txBody>
          <a:bodyPr anchorCtr="0" anchor="ctr" bIns="91425" lIns="91425" spcFirstLastPara="1" rIns="91425" wrap="square" tIns="91425">
            <a:noAutofit/>
          </a:bodyPr>
          <a:lstStyle/>
          <a:p>
            <a:pPr indent="0" lvl="0" marL="0" rtl="0" algn="ctr">
              <a:spcBef>
                <a:spcPts val="0"/>
              </a:spcBef>
              <a:spcAft>
                <a:spcPts val="0"/>
              </a:spcAft>
              <a:buNone/>
            </a:pPr>
            <a:r>
              <a:rPr lang="en">
                <a:solidFill>
                  <a:schemeClr val="lt1"/>
                </a:solidFill>
                <a:latin typeface="Georgia"/>
                <a:ea typeface="Georgia"/>
                <a:cs typeface="Georgia"/>
                <a:sym typeface="Georgia"/>
              </a:rPr>
              <a:t>1D</a:t>
            </a:r>
            <a:endParaRPr>
              <a:solidFill>
                <a:schemeClr val="lt1"/>
              </a:solidFill>
              <a:latin typeface="Georgia"/>
              <a:ea typeface="Georgia"/>
              <a:cs typeface="Georgia"/>
              <a:sym typeface="Georgia"/>
            </a:endParaRPr>
          </a:p>
        </p:txBody>
      </p:sp>
      <p:sp>
        <p:nvSpPr>
          <p:cNvPr id="106" name="Google Shape;106;p16"/>
          <p:cNvSpPr/>
          <p:nvPr/>
        </p:nvSpPr>
        <p:spPr>
          <a:xfrm>
            <a:off x="311700" y="1931218"/>
            <a:ext cx="820500" cy="330000"/>
          </a:xfrm>
          <a:prstGeom prst="rect">
            <a:avLst/>
          </a:prstGeom>
          <a:solidFill>
            <a:srgbClr val="4E2488"/>
          </a:solidFill>
          <a:ln cap="flat" cmpd="sng" w="9525">
            <a:solidFill>
              <a:schemeClr val="lt1"/>
            </a:solidFill>
            <a:prstDash val="solid"/>
            <a:round/>
            <a:headEnd len="sm" w="sm" type="none"/>
            <a:tailEnd len="sm" w="sm" type="none"/>
          </a:ln>
        </p:spPr>
        <p:txBody>
          <a:bodyPr anchorCtr="0" anchor="ctr" bIns="91425" lIns="91425" spcFirstLastPara="1" rIns="91425" wrap="square" tIns="91425">
            <a:noAutofit/>
          </a:bodyPr>
          <a:lstStyle/>
          <a:p>
            <a:pPr indent="0" lvl="0" marL="0" marR="0" rtl="0" algn="ctr">
              <a:lnSpc>
                <a:spcPct val="100000"/>
              </a:lnSpc>
              <a:spcBef>
                <a:spcPts val="0"/>
              </a:spcBef>
              <a:spcAft>
                <a:spcPts val="0"/>
              </a:spcAft>
              <a:buNone/>
            </a:pPr>
            <a:r>
              <a:rPr lang="en">
                <a:solidFill>
                  <a:schemeClr val="lt1"/>
                </a:solidFill>
                <a:latin typeface="Georgia"/>
                <a:ea typeface="Georgia"/>
                <a:cs typeface="Georgia"/>
                <a:sym typeface="Georgia"/>
              </a:rPr>
              <a:t>5D</a:t>
            </a:r>
            <a:endParaRPr>
              <a:solidFill>
                <a:schemeClr val="lt1"/>
              </a:solidFill>
              <a:latin typeface="Georgia"/>
              <a:ea typeface="Georgia"/>
              <a:cs typeface="Georgia"/>
              <a:sym typeface="Georgia"/>
            </a:endParaRPr>
          </a:p>
        </p:txBody>
      </p:sp>
      <p:sp>
        <p:nvSpPr>
          <p:cNvPr id="107" name="Google Shape;107;p16"/>
          <p:cNvSpPr/>
          <p:nvPr/>
        </p:nvSpPr>
        <p:spPr>
          <a:xfrm>
            <a:off x="311700" y="2261386"/>
            <a:ext cx="820500" cy="330000"/>
          </a:xfrm>
          <a:prstGeom prst="rect">
            <a:avLst/>
          </a:prstGeom>
          <a:solidFill>
            <a:srgbClr val="4E2488"/>
          </a:solidFill>
          <a:ln cap="flat" cmpd="sng" w="9525">
            <a:solidFill>
              <a:schemeClr val="lt1"/>
            </a:solidFill>
            <a:prstDash val="solid"/>
            <a:round/>
            <a:headEnd len="sm" w="sm" type="none"/>
            <a:tailEnd len="sm" w="sm" type="none"/>
          </a:ln>
        </p:spPr>
        <p:txBody>
          <a:bodyPr anchorCtr="0" anchor="ctr" bIns="91425" lIns="91425" spcFirstLastPara="1" rIns="91425" wrap="square" tIns="91425">
            <a:noAutofit/>
          </a:bodyPr>
          <a:lstStyle/>
          <a:p>
            <a:pPr indent="0" lvl="0" marL="0" rtl="0" algn="ctr">
              <a:spcBef>
                <a:spcPts val="0"/>
              </a:spcBef>
              <a:spcAft>
                <a:spcPts val="0"/>
              </a:spcAft>
              <a:buNone/>
            </a:pPr>
            <a:r>
              <a:rPr lang="en">
                <a:solidFill>
                  <a:schemeClr val="lt1"/>
                </a:solidFill>
                <a:latin typeface="Georgia"/>
                <a:ea typeface="Georgia"/>
                <a:cs typeface="Georgia"/>
                <a:sym typeface="Georgia"/>
              </a:rPr>
              <a:t>20D</a:t>
            </a:r>
            <a:endParaRPr>
              <a:solidFill>
                <a:schemeClr val="lt1"/>
              </a:solidFill>
              <a:latin typeface="Georgia"/>
              <a:ea typeface="Georgia"/>
              <a:cs typeface="Georgia"/>
              <a:sym typeface="Georgia"/>
            </a:endParaRPr>
          </a:p>
        </p:txBody>
      </p:sp>
      <p:sp>
        <p:nvSpPr>
          <p:cNvPr id="108" name="Google Shape;108;p16"/>
          <p:cNvSpPr/>
          <p:nvPr/>
        </p:nvSpPr>
        <p:spPr>
          <a:xfrm>
            <a:off x="1132009" y="1603475"/>
            <a:ext cx="820500" cy="330000"/>
          </a:xfrm>
          <a:prstGeom prst="rect">
            <a:avLst/>
          </a:prstGeom>
          <a:solidFill>
            <a:srgbClr val="4E2488"/>
          </a:solidFill>
          <a:ln cap="flat" cmpd="sng" w="9525">
            <a:solidFill>
              <a:schemeClr val="lt1"/>
            </a:solidFill>
            <a:prstDash val="solid"/>
            <a:round/>
            <a:headEnd len="sm" w="sm" type="none"/>
            <a:tailEnd len="sm" w="sm" type="none"/>
          </a:ln>
        </p:spPr>
        <p:txBody>
          <a:bodyPr anchorCtr="0" anchor="ctr" bIns="91425" lIns="91425" spcFirstLastPara="1" rIns="91425" wrap="square" tIns="91425">
            <a:noAutofit/>
          </a:bodyPr>
          <a:lstStyle/>
          <a:p>
            <a:pPr indent="0" lvl="0" marL="0" marR="0" rtl="0" algn="ctr">
              <a:lnSpc>
                <a:spcPct val="100000"/>
              </a:lnSpc>
              <a:spcBef>
                <a:spcPts val="0"/>
              </a:spcBef>
              <a:spcAft>
                <a:spcPts val="0"/>
              </a:spcAft>
              <a:buNone/>
            </a:pPr>
            <a:r>
              <a:rPr lang="en">
                <a:solidFill>
                  <a:schemeClr val="lt1"/>
                </a:solidFill>
                <a:latin typeface="Georgia"/>
                <a:ea typeface="Georgia"/>
                <a:cs typeface="Georgia"/>
                <a:sym typeface="Georgia"/>
              </a:rPr>
              <a:t>3</a:t>
            </a:r>
            <a:endParaRPr>
              <a:solidFill>
                <a:schemeClr val="lt1"/>
              </a:solidFill>
              <a:latin typeface="Georgia"/>
              <a:ea typeface="Georgia"/>
              <a:cs typeface="Georgia"/>
              <a:sym typeface="Georgia"/>
            </a:endParaRPr>
          </a:p>
        </p:txBody>
      </p:sp>
      <p:sp>
        <p:nvSpPr>
          <p:cNvPr id="109" name="Google Shape;109;p16"/>
          <p:cNvSpPr/>
          <p:nvPr/>
        </p:nvSpPr>
        <p:spPr>
          <a:xfrm>
            <a:off x="1132009" y="1933650"/>
            <a:ext cx="820500" cy="330000"/>
          </a:xfrm>
          <a:prstGeom prst="rect">
            <a:avLst/>
          </a:prstGeom>
          <a:solidFill>
            <a:srgbClr val="4E2488"/>
          </a:solidFill>
          <a:ln cap="flat" cmpd="sng" w="9525">
            <a:solidFill>
              <a:schemeClr val="lt1"/>
            </a:solidFill>
            <a:prstDash val="solid"/>
            <a:round/>
            <a:headEnd len="sm" w="sm" type="none"/>
            <a:tailEnd len="sm" w="sm" type="none"/>
          </a:ln>
        </p:spPr>
        <p:txBody>
          <a:bodyPr anchorCtr="0" anchor="ctr" bIns="91425" lIns="91425" spcFirstLastPara="1" rIns="91425" wrap="square" tIns="91425">
            <a:noAutofit/>
          </a:bodyPr>
          <a:lstStyle/>
          <a:p>
            <a:pPr indent="0" lvl="0" marL="0" marR="0" rtl="0" algn="ctr">
              <a:lnSpc>
                <a:spcPct val="100000"/>
              </a:lnSpc>
              <a:spcBef>
                <a:spcPts val="0"/>
              </a:spcBef>
              <a:spcAft>
                <a:spcPts val="0"/>
              </a:spcAft>
              <a:buNone/>
            </a:pPr>
            <a:r>
              <a:rPr lang="en">
                <a:solidFill>
                  <a:schemeClr val="lt1"/>
                </a:solidFill>
                <a:latin typeface="Georgia"/>
                <a:ea typeface="Georgia"/>
                <a:cs typeface="Georgia"/>
                <a:sym typeface="Georgia"/>
              </a:rPr>
              <a:t>3</a:t>
            </a:r>
            <a:endParaRPr>
              <a:latin typeface="Georgia"/>
              <a:ea typeface="Georgia"/>
              <a:cs typeface="Georgia"/>
              <a:sym typeface="Georgia"/>
            </a:endParaRPr>
          </a:p>
        </p:txBody>
      </p:sp>
      <p:sp>
        <p:nvSpPr>
          <p:cNvPr id="110" name="Google Shape;110;p16"/>
          <p:cNvSpPr/>
          <p:nvPr/>
        </p:nvSpPr>
        <p:spPr>
          <a:xfrm>
            <a:off x="1132009" y="2263800"/>
            <a:ext cx="820500" cy="330000"/>
          </a:xfrm>
          <a:prstGeom prst="rect">
            <a:avLst/>
          </a:prstGeom>
          <a:solidFill>
            <a:srgbClr val="4E2488"/>
          </a:solidFill>
          <a:ln cap="flat" cmpd="sng" w="9525">
            <a:solidFill>
              <a:schemeClr val="lt1"/>
            </a:solidFill>
            <a:prstDash val="solid"/>
            <a:round/>
            <a:headEnd len="sm" w="sm" type="none"/>
            <a:tailEnd len="sm" w="sm" type="none"/>
          </a:ln>
        </p:spPr>
        <p:txBody>
          <a:bodyPr anchorCtr="0" anchor="ctr" bIns="91425" lIns="91425" spcFirstLastPara="1" rIns="91425" wrap="square" tIns="91425">
            <a:noAutofit/>
          </a:bodyPr>
          <a:lstStyle/>
          <a:p>
            <a:pPr indent="0" lvl="0" marL="0" rtl="0" algn="ctr">
              <a:spcBef>
                <a:spcPts val="0"/>
              </a:spcBef>
              <a:spcAft>
                <a:spcPts val="0"/>
              </a:spcAft>
              <a:buNone/>
            </a:pPr>
            <a:r>
              <a:rPr lang="en">
                <a:solidFill>
                  <a:schemeClr val="lt1"/>
                </a:solidFill>
                <a:latin typeface="Georgia"/>
                <a:ea typeface="Georgia"/>
                <a:cs typeface="Georgia"/>
                <a:sym typeface="Georgia"/>
              </a:rPr>
              <a:t>5</a:t>
            </a:r>
            <a:endParaRPr>
              <a:solidFill>
                <a:schemeClr val="lt1"/>
              </a:solidFill>
              <a:latin typeface="Georgia"/>
              <a:ea typeface="Georgia"/>
              <a:cs typeface="Georgia"/>
              <a:sym typeface="Georgia"/>
            </a:endParaRPr>
          </a:p>
        </p:txBody>
      </p:sp>
      <p:sp>
        <p:nvSpPr>
          <p:cNvPr id="111" name="Google Shape;111;p16"/>
          <p:cNvSpPr/>
          <p:nvPr/>
        </p:nvSpPr>
        <p:spPr>
          <a:xfrm>
            <a:off x="1940507" y="1602726"/>
            <a:ext cx="820500" cy="330000"/>
          </a:xfrm>
          <a:prstGeom prst="rect">
            <a:avLst/>
          </a:prstGeom>
          <a:solidFill>
            <a:srgbClr val="4E2488"/>
          </a:solidFill>
          <a:ln cap="flat" cmpd="sng" w="9525">
            <a:solidFill>
              <a:schemeClr val="lt1"/>
            </a:solidFill>
            <a:prstDash val="solid"/>
            <a:round/>
            <a:headEnd len="sm" w="sm" type="none"/>
            <a:tailEnd len="sm" w="sm" type="none"/>
          </a:ln>
        </p:spPr>
        <p:txBody>
          <a:bodyPr anchorCtr="0" anchor="ctr" bIns="91425" lIns="91425" spcFirstLastPara="1" rIns="91425" wrap="square" tIns="91425">
            <a:noAutofit/>
          </a:bodyPr>
          <a:lstStyle/>
          <a:p>
            <a:pPr indent="0" lvl="0" marL="0" marR="0" rtl="0" algn="ctr">
              <a:lnSpc>
                <a:spcPct val="100000"/>
              </a:lnSpc>
              <a:spcBef>
                <a:spcPts val="0"/>
              </a:spcBef>
              <a:spcAft>
                <a:spcPts val="0"/>
              </a:spcAft>
              <a:buNone/>
            </a:pPr>
            <a:r>
              <a:rPr lang="en">
                <a:solidFill>
                  <a:schemeClr val="lt1"/>
                </a:solidFill>
                <a:latin typeface="Georgia"/>
                <a:ea typeface="Georgia"/>
                <a:cs typeface="Georgia"/>
                <a:sym typeface="Georgia"/>
              </a:rPr>
              <a:t>0.03</a:t>
            </a:r>
            <a:endParaRPr>
              <a:solidFill>
                <a:schemeClr val="lt1"/>
              </a:solidFill>
              <a:latin typeface="Georgia"/>
              <a:ea typeface="Georgia"/>
              <a:cs typeface="Georgia"/>
              <a:sym typeface="Georgia"/>
            </a:endParaRPr>
          </a:p>
        </p:txBody>
      </p:sp>
      <p:sp>
        <p:nvSpPr>
          <p:cNvPr id="112" name="Google Shape;112;p16"/>
          <p:cNvSpPr/>
          <p:nvPr/>
        </p:nvSpPr>
        <p:spPr>
          <a:xfrm>
            <a:off x="1940507" y="1932894"/>
            <a:ext cx="820500" cy="330000"/>
          </a:xfrm>
          <a:prstGeom prst="rect">
            <a:avLst/>
          </a:prstGeom>
          <a:solidFill>
            <a:srgbClr val="4E2488"/>
          </a:solidFill>
          <a:ln cap="flat" cmpd="sng" w="9525">
            <a:solidFill>
              <a:schemeClr val="lt1"/>
            </a:solidFill>
            <a:prstDash val="solid"/>
            <a:round/>
            <a:headEnd len="sm" w="sm" type="none"/>
            <a:tailEnd len="sm" w="sm" type="none"/>
          </a:ln>
        </p:spPr>
        <p:txBody>
          <a:bodyPr anchorCtr="0" anchor="ctr" bIns="91425" lIns="91425" spcFirstLastPara="1" rIns="91425" wrap="square" tIns="91425">
            <a:noAutofit/>
          </a:bodyPr>
          <a:lstStyle/>
          <a:p>
            <a:pPr indent="0" lvl="0" marL="0" rtl="0" algn="ctr">
              <a:spcBef>
                <a:spcPts val="0"/>
              </a:spcBef>
              <a:spcAft>
                <a:spcPts val="0"/>
              </a:spcAft>
              <a:buNone/>
            </a:pPr>
            <a:r>
              <a:rPr lang="en">
                <a:solidFill>
                  <a:schemeClr val="lt1"/>
                </a:solidFill>
                <a:latin typeface="Georgia"/>
                <a:ea typeface="Georgia"/>
                <a:cs typeface="Georgia"/>
                <a:sym typeface="Georgia"/>
              </a:rPr>
              <a:t>0.03</a:t>
            </a:r>
            <a:endParaRPr>
              <a:solidFill>
                <a:schemeClr val="lt1"/>
              </a:solidFill>
              <a:latin typeface="Georgia"/>
              <a:ea typeface="Georgia"/>
              <a:cs typeface="Georgia"/>
              <a:sym typeface="Georgia"/>
            </a:endParaRPr>
          </a:p>
        </p:txBody>
      </p:sp>
      <p:sp>
        <p:nvSpPr>
          <p:cNvPr id="113" name="Google Shape;113;p16"/>
          <p:cNvSpPr/>
          <p:nvPr/>
        </p:nvSpPr>
        <p:spPr>
          <a:xfrm>
            <a:off x="1940507" y="2263062"/>
            <a:ext cx="820500" cy="330000"/>
          </a:xfrm>
          <a:prstGeom prst="rect">
            <a:avLst/>
          </a:prstGeom>
          <a:solidFill>
            <a:srgbClr val="4E2488"/>
          </a:solidFill>
          <a:ln cap="flat" cmpd="sng" w="9525">
            <a:solidFill>
              <a:schemeClr val="lt1"/>
            </a:solidFill>
            <a:prstDash val="solid"/>
            <a:round/>
            <a:headEnd len="sm" w="sm" type="none"/>
            <a:tailEnd len="sm" w="sm" type="none"/>
          </a:ln>
        </p:spPr>
        <p:txBody>
          <a:bodyPr anchorCtr="0" anchor="ctr" bIns="91425" lIns="91425" spcFirstLastPara="1" rIns="91425" wrap="square" tIns="91425">
            <a:noAutofit/>
          </a:bodyPr>
          <a:lstStyle/>
          <a:p>
            <a:pPr indent="0" lvl="0" marL="0" rtl="0" algn="ctr">
              <a:spcBef>
                <a:spcPts val="0"/>
              </a:spcBef>
              <a:spcAft>
                <a:spcPts val="0"/>
              </a:spcAft>
              <a:buNone/>
            </a:pPr>
            <a:r>
              <a:rPr lang="en">
                <a:solidFill>
                  <a:schemeClr val="lt1"/>
                </a:solidFill>
                <a:latin typeface="Georgia"/>
                <a:ea typeface="Georgia"/>
                <a:cs typeface="Georgia"/>
                <a:sym typeface="Georgia"/>
              </a:rPr>
              <a:t>0.05</a:t>
            </a:r>
            <a:endParaRPr>
              <a:solidFill>
                <a:schemeClr val="lt1"/>
              </a:solidFill>
              <a:latin typeface="Georgia"/>
              <a:ea typeface="Georgia"/>
              <a:cs typeface="Georgia"/>
              <a:sym typeface="Georgia"/>
            </a:endParaRPr>
          </a:p>
        </p:txBody>
      </p:sp>
      <p:sp>
        <p:nvSpPr>
          <p:cNvPr id="114" name="Google Shape;114;p16"/>
          <p:cNvSpPr txBox="1"/>
          <p:nvPr/>
        </p:nvSpPr>
        <p:spPr>
          <a:xfrm>
            <a:off x="493200" y="1306430"/>
            <a:ext cx="457500" cy="323100"/>
          </a:xfrm>
          <a:prstGeom prst="rect">
            <a:avLst/>
          </a:prstGeom>
          <a:noFill/>
          <a:ln>
            <a:noFill/>
          </a:ln>
        </p:spPr>
        <p:txBody>
          <a:bodyPr anchorCtr="0" anchor="t" bIns="91425" lIns="91425" spcFirstLastPara="1" rIns="91425" wrap="square" tIns="91425">
            <a:spAutoFit/>
          </a:bodyPr>
          <a:lstStyle/>
          <a:p>
            <a:pPr indent="0" lvl="0" marL="0" rtl="0" algn="ctr">
              <a:spcBef>
                <a:spcPts val="0"/>
              </a:spcBef>
              <a:spcAft>
                <a:spcPts val="0"/>
              </a:spcAft>
              <a:buNone/>
            </a:pPr>
            <a:r>
              <a:rPr lang="en" sz="900">
                <a:solidFill>
                  <a:schemeClr val="dk2"/>
                </a:solidFill>
                <a:latin typeface="Georgia"/>
                <a:ea typeface="Georgia"/>
                <a:cs typeface="Georgia"/>
                <a:sym typeface="Georgia"/>
              </a:rPr>
              <a:t>h</a:t>
            </a:r>
            <a:endParaRPr sz="900">
              <a:solidFill>
                <a:schemeClr val="dk2"/>
              </a:solidFill>
              <a:latin typeface="Georgia"/>
              <a:ea typeface="Georgia"/>
              <a:cs typeface="Georgia"/>
              <a:sym typeface="Georgia"/>
            </a:endParaRPr>
          </a:p>
        </p:txBody>
      </p:sp>
      <p:sp>
        <p:nvSpPr>
          <p:cNvPr id="115" name="Google Shape;115;p16"/>
          <p:cNvSpPr txBox="1"/>
          <p:nvPr/>
        </p:nvSpPr>
        <p:spPr>
          <a:xfrm>
            <a:off x="1132000" y="1307650"/>
            <a:ext cx="820500" cy="323100"/>
          </a:xfrm>
          <a:prstGeom prst="rect">
            <a:avLst/>
          </a:prstGeom>
          <a:noFill/>
          <a:ln>
            <a:noFill/>
          </a:ln>
        </p:spPr>
        <p:txBody>
          <a:bodyPr anchorCtr="0" anchor="t" bIns="91425" lIns="91425" spcFirstLastPara="1" rIns="91425" wrap="square" tIns="91425">
            <a:spAutoFit/>
          </a:bodyPr>
          <a:lstStyle/>
          <a:p>
            <a:pPr indent="0" lvl="0" marL="0" rtl="0" algn="ctr">
              <a:spcBef>
                <a:spcPts val="0"/>
              </a:spcBef>
              <a:spcAft>
                <a:spcPts val="0"/>
              </a:spcAft>
              <a:buNone/>
            </a:pPr>
            <a:r>
              <a:rPr lang="en" sz="900">
                <a:solidFill>
                  <a:schemeClr val="dk2"/>
                </a:solidFill>
                <a:latin typeface="Georgia"/>
                <a:ea typeface="Georgia"/>
                <a:cs typeface="Georgia"/>
                <a:sym typeface="Georgia"/>
              </a:rPr>
              <a:t>max_depth</a:t>
            </a:r>
            <a:endParaRPr sz="900">
              <a:solidFill>
                <a:schemeClr val="dk2"/>
              </a:solidFill>
              <a:latin typeface="Georgia"/>
              <a:ea typeface="Georgia"/>
              <a:cs typeface="Georgia"/>
              <a:sym typeface="Georgia"/>
            </a:endParaRPr>
          </a:p>
        </p:txBody>
      </p:sp>
      <p:sp>
        <p:nvSpPr>
          <p:cNvPr id="116" name="Google Shape;116;p16"/>
          <p:cNvSpPr txBox="1"/>
          <p:nvPr/>
        </p:nvSpPr>
        <p:spPr>
          <a:xfrm>
            <a:off x="2133800" y="1306418"/>
            <a:ext cx="457500" cy="323100"/>
          </a:xfrm>
          <a:prstGeom prst="rect">
            <a:avLst/>
          </a:prstGeom>
          <a:noFill/>
          <a:ln>
            <a:noFill/>
          </a:ln>
        </p:spPr>
        <p:txBody>
          <a:bodyPr anchorCtr="0" anchor="t" bIns="91425" lIns="91425" spcFirstLastPara="1" rIns="91425" wrap="square" tIns="91425">
            <a:spAutoFit/>
          </a:bodyPr>
          <a:lstStyle/>
          <a:p>
            <a:pPr indent="0" lvl="0" marL="0" rtl="0" algn="ctr">
              <a:spcBef>
                <a:spcPts val="0"/>
              </a:spcBef>
              <a:spcAft>
                <a:spcPts val="0"/>
              </a:spcAft>
              <a:buNone/>
            </a:pPr>
            <a:r>
              <a:rPr lang="en" sz="900">
                <a:solidFill>
                  <a:schemeClr val="dk2"/>
                </a:solidFill>
                <a:latin typeface="Georgia"/>
                <a:ea typeface="Georgia"/>
                <a:cs typeface="Georgia"/>
                <a:sym typeface="Georgia"/>
              </a:rPr>
              <a:t>LR</a:t>
            </a:r>
            <a:endParaRPr sz="900">
              <a:solidFill>
                <a:schemeClr val="dk2"/>
              </a:solidFill>
              <a:latin typeface="Georgia"/>
              <a:ea typeface="Georgia"/>
              <a:cs typeface="Georgia"/>
              <a:sym typeface="Georgia"/>
            </a:endParaRPr>
          </a:p>
        </p:txBody>
      </p:sp>
      <p:pic>
        <p:nvPicPr>
          <p:cNvPr id="117" name="Google Shape;117;p16"/>
          <p:cNvPicPr preferRelativeResize="0"/>
          <p:nvPr/>
        </p:nvPicPr>
        <p:blipFill>
          <a:blip r:embed="rId4">
            <a:alphaModFix/>
          </a:blip>
          <a:stretch>
            <a:fillRect/>
          </a:stretch>
        </p:blipFill>
        <p:spPr>
          <a:xfrm>
            <a:off x="4727448" y="259850"/>
            <a:ext cx="4244899" cy="2524001"/>
          </a:xfrm>
          <a:prstGeom prst="rect">
            <a:avLst/>
          </a:prstGeom>
          <a:noFill/>
          <a:ln>
            <a:noFill/>
          </a:ln>
        </p:spPr>
      </p:pic>
      <p:pic>
        <p:nvPicPr>
          <p:cNvPr id="118" name="Google Shape;118;p16"/>
          <p:cNvPicPr preferRelativeResize="0"/>
          <p:nvPr/>
        </p:nvPicPr>
        <p:blipFill>
          <a:blip r:embed="rId5">
            <a:alphaModFix/>
          </a:blip>
          <a:stretch>
            <a:fillRect/>
          </a:stretch>
        </p:blipFill>
        <p:spPr>
          <a:xfrm>
            <a:off x="4727448" y="259975"/>
            <a:ext cx="4242816" cy="2523743"/>
          </a:xfrm>
          <a:prstGeom prst="rect">
            <a:avLst/>
          </a:prstGeom>
          <a:noFill/>
          <a:ln>
            <a:noFill/>
          </a:ln>
        </p:spPr>
      </p:pic>
      <p:pic>
        <p:nvPicPr>
          <p:cNvPr id="119" name="Google Shape;119;p16"/>
          <p:cNvPicPr preferRelativeResize="0"/>
          <p:nvPr/>
        </p:nvPicPr>
        <p:blipFill>
          <a:blip r:embed="rId6">
            <a:alphaModFix/>
          </a:blip>
          <a:stretch>
            <a:fillRect/>
          </a:stretch>
        </p:blipFill>
        <p:spPr>
          <a:xfrm>
            <a:off x="4724813" y="259975"/>
            <a:ext cx="4242816" cy="2523743"/>
          </a:xfrm>
          <a:prstGeom prst="rect">
            <a:avLst/>
          </a:prstGeom>
          <a:noFill/>
          <a:ln>
            <a:noFill/>
          </a:ln>
        </p:spPr>
      </p:pic>
      <p:sp>
        <p:nvSpPr>
          <p:cNvPr id="120" name="Google Shape;120;p16"/>
          <p:cNvSpPr/>
          <p:nvPr/>
        </p:nvSpPr>
        <p:spPr>
          <a:xfrm>
            <a:off x="2761253" y="1603101"/>
            <a:ext cx="820500" cy="330000"/>
          </a:xfrm>
          <a:prstGeom prst="rect">
            <a:avLst/>
          </a:prstGeom>
          <a:solidFill>
            <a:srgbClr val="4E2488"/>
          </a:solidFill>
          <a:ln cap="flat" cmpd="sng" w="9525">
            <a:solidFill>
              <a:schemeClr val="lt1"/>
            </a:solidFill>
            <a:prstDash val="solid"/>
            <a:round/>
            <a:headEnd len="sm" w="sm" type="none"/>
            <a:tailEnd len="sm" w="sm" type="none"/>
          </a:ln>
        </p:spPr>
        <p:txBody>
          <a:bodyPr anchorCtr="0" anchor="ctr" bIns="91425" lIns="91425" spcFirstLastPara="1" rIns="91425" wrap="square" tIns="91425">
            <a:noAutofit/>
          </a:bodyPr>
          <a:lstStyle/>
          <a:p>
            <a:pPr indent="0" lvl="0" marL="0" marR="0" rtl="0" algn="ctr">
              <a:lnSpc>
                <a:spcPct val="100000"/>
              </a:lnSpc>
              <a:spcBef>
                <a:spcPts val="0"/>
              </a:spcBef>
              <a:spcAft>
                <a:spcPts val="0"/>
              </a:spcAft>
              <a:buNone/>
            </a:pPr>
            <a:r>
              <a:rPr lang="en">
                <a:solidFill>
                  <a:schemeClr val="lt1"/>
                </a:solidFill>
                <a:latin typeface="Georgia"/>
                <a:ea typeface="Georgia"/>
                <a:cs typeface="Georgia"/>
                <a:sym typeface="Georgia"/>
              </a:rPr>
              <a:t>0.8</a:t>
            </a:r>
            <a:endParaRPr>
              <a:solidFill>
                <a:schemeClr val="lt1"/>
              </a:solidFill>
              <a:latin typeface="Georgia"/>
              <a:ea typeface="Georgia"/>
              <a:cs typeface="Georgia"/>
              <a:sym typeface="Georgia"/>
            </a:endParaRPr>
          </a:p>
        </p:txBody>
      </p:sp>
      <p:sp>
        <p:nvSpPr>
          <p:cNvPr id="121" name="Google Shape;121;p16"/>
          <p:cNvSpPr/>
          <p:nvPr/>
        </p:nvSpPr>
        <p:spPr>
          <a:xfrm>
            <a:off x="2761253" y="1933269"/>
            <a:ext cx="820500" cy="330000"/>
          </a:xfrm>
          <a:prstGeom prst="rect">
            <a:avLst/>
          </a:prstGeom>
          <a:solidFill>
            <a:srgbClr val="4E2488"/>
          </a:solidFill>
          <a:ln cap="flat" cmpd="sng" w="9525">
            <a:solidFill>
              <a:schemeClr val="lt1"/>
            </a:solidFill>
            <a:prstDash val="solid"/>
            <a:round/>
            <a:headEnd len="sm" w="sm" type="none"/>
            <a:tailEnd len="sm" w="sm" type="none"/>
          </a:ln>
        </p:spPr>
        <p:txBody>
          <a:bodyPr anchorCtr="0" anchor="ctr" bIns="91425" lIns="91425" spcFirstLastPara="1" rIns="91425" wrap="square" tIns="91425">
            <a:noAutofit/>
          </a:bodyPr>
          <a:lstStyle/>
          <a:p>
            <a:pPr indent="0" lvl="0" marL="0" rtl="0" algn="ctr">
              <a:spcBef>
                <a:spcPts val="0"/>
              </a:spcBef>
              <a:spcAft>
                <a:spcPts val="0"/>
              </a:spcAft>
              <a:buNone/>
            </a:pPr>
            <a:r>
              <a:rPr lang="en">
                <a:solidFill>
                  <a:schemeClr val="lt1"/>
                </a:solidFill>
                <a:latin typeface="Georgia"/>
                <a:ea typeface="Georgia"/>
                <a:cs typeface="Georgia"/>
                <a:sym typeface="Georgia"/>
              </a:rPr>
              <a:t>0.8</a:t>
            </a:r>
            <a:endParaRPr>
              <a:solidFill>
                <a:schemeClr val="lt1"/>
              </a:solidFill>
              <a:latin typeface="Georgia"/>
              <a:ea typeface="Georgia"/>
              <a:cs typeface="Georgia"/>
              <a:sym typeface="Georgia"/>
            </a:endParaRPr>
          </a:p>
        </p:txBody>
      </p:sp>
      <p:sp>
        <p:nvSpPr>
          <p:cNvPr id="122" name="Google Shape;122;p16"/>
          <p:cNvSpPr/>
          <p:nvPr/>
        </p:nvSpPr>
        <p:spPr>
          <a:xfrm>
            <a:off x="2761253" y="2263437"/>
            <a:ext cx="820500" cy="330000"/>
          </a:xfrm>
          <a:prstGeom prst="rect">
            <a:avLst/>
          </a:prstGeom>
          <a:solidFill>
            <a:srgbClr val="4E2488"/>
          </a:solidFill>
          <a:ln cap="flat" cmpd="sng" w="9525">
            <a:solidFill>
              <a:schemeClr val="lt1"/>
            </a:solidFill>
            <a:prstDash val="solid"/>
            <a:round/>
            <a:headEnd len="sm" w="sm" type="none"/>
            <a:tailEnd len="sm" w="sm" type="none"/>
          </a:ln>
        </p:spPr>
        <p:txBody>
          <a:bodyPr anchorCtr="0" anchor="ctr" bIns="91425" lIns="91425" spcFirstLastPara="1" rIns="91425" wrap="square" tIns="91425">
            <a:noAutofit/>
          </a:bodyPr>
          <a:lstStyle/>
          <a:p>
            <a:pPr indent="0" lvl="0" marL="0" rtl="0" algn="ctr">
              <a:spcBef>
                <a:spcPts val="0"/>
              </a:spcBef>
              <a:spcAft>
                <a:spcPts val="0"/>
              </a:spcAft>
              <a:buNone/>
            </a:pPr>
            <a:r>
              <a:rPr lang="en">
                <a:solidFill>
                  <a:schemeClr val="lt1"/>
                </a:solidFill>
                <a:latin typeface="Georgia"/>
                <a:ea typeface="Georgia"/>
                <a:cs typeface="Georgia"/>
                <a:sym typeface="Georgia"/>
              </a:rPr>
              <a:t>0.8</a:t>
            </a:r>
            <a:endParaRPr>
              <a:solidFill>
                <a:schemeClr val="lt1"/>
              </a:solidFill>
              <a:latin typeface="Georgia"/>
              <a:ea typeface="Georgia"/>
              <a:cs typeface="Georgia"/>
              <a:sym typeface="Georgia"/>
            </a:endParaRPr>
          </a:p>
        </p:txBody>
      </p:sp>
      <p:sp>
        <p:nvSpPr>
          <p:cNvPr id="123" name="Google Shape;123;p16"/>
          <p:cNvSpPr txBox="1"/>
          <p:nvPr/>
        </p:nvSpPr>
        <p:spPr>
          <a:xfrm>
            <a:off x="2761337" y="1306800"/>
            <a:ext cx="820500" cy="323100"/>
          </a:xfrm>
          <a:prstGeom prst="rect">
            <a:avLst/>
          </a:prstGeom>
          <a:noFill/>
          <a:ln>
            <a:noFill/>
          </a:ln>
        </p:spPr>
        <p:txBody>
          <a:bodyPr anchorCtr="0" anchor="t" bIns="91425" lIns="91425" spcFirstLastPara="1" rIns="91425" wrap="square" tIns="91425">
            <a:spAutoFit/>
          </a:bodyPr>
          <a:lstStyle/>
          <a:p>
            <a:pPr indent="0" lvl="0" marL="0" rtl="0" algn="ctr">
              <a:spcBef>
                <a:spcPts val="0"/>
              </a:spcBef>
              <a:spcAft>
                <a:spcPts val="0"/>
              </a:spcAft>
              <a:buNone/>
            </a:pPr>
            <a:r>
              <a:rPr lang="en" sz="900">
                <a:solidFill>
                  <a:schemeClr val="dk2"/>
                </a:solidFill>
                <a:latin typeface="Georgia"/>
                <a:ea typeface="Georgia"/>
                <a:cs typeface="Georgia"/>
                <a:sym typeface="Georgia"/>
              </a:rPr>
              <a:t>Subsample</a:t>
            </a:r>
            <a:endParaRPr sz="900">
              <a:solidFill>
                <a:schemeClr val="dk2"/>
              </a:solidFill>
              <a:latin typeface="Georgia"/>
              <a:ea typeface="Georgia"/>
              <a:cs typeface="Georgia"/>
              <a:sym typeface="Georgia"/>
            </a:endParaRPr>
          </a:p>
        </p:txBody>
      </p:sp>
      <p:sp>
        <p:nvSpPr>
          <p:cNvPr id="124" name="Google Shape;124;p16"/>
          <p:cNvSpPr/>
          <p:nvPr/>
        </p:nvSpPr>
        <p:spPr>
          <a:xfrm>
            <a:off x="3569303" y="1602726"/>
            <a:ext cx="820500" cy="330000"/>
          </a:xfrm>
          <a:prstGeom prst="rect">
            <a:avLst/>
          </a:prstGeom>
          <a:solidFill>
            <a:srgbClr val="4E2488"/>
          </a:solidFill>
          <a:ln cap="flat" cmpd="sng" w="9525">
            <a:solidFill>
              <a:schemeClr val="lt1"/>
            </a:solidFill>
            <a:prstDash val="solid"/>
            <a:round/>
            <a:headEnd len="sm" w="sm" type="none"/>
            <a:tailEnd len="sm" w="sm" type="none"/>
          </a:ln>
        </p:spPr>
        <p:txBody>
          <a:bodyPr anchorCtr="0" anchor="ctr" bIns="91425" lIns="91425" spcFirstLastPara="1" rIns="91425" wrap="square" tIns="91425">
            <a:noAutofit/>
          </a:bodyPr>
          <a:lstStyle/>
          <a:p>
            <a:pPr indent="0" lvl="0" marL="0" marR="0" rtl="0" algn="ctr">
              <a:lnSpc>
                <a:spcPct val="100000"/>
              </a:lnSpc>
              <a:spcBef>
                <a:spcPts val="0"/>
              </a:spcBef>
              <a:spcAft>
                <a:spcPts val="0"/>
              </a:spcAft>
              <a:buNone/>
            </a:pPr>
            <a:r>
              <a:rPr lang="en">
                <a:solidFill>
                  <a:schemeClr val="lt1"/>
                </a:solidFill>
                <a:latin typeface="Georgia"/>
                <a:ea typeface="Georgia"/>
                <a:cs typeface="Georgia"/>
                <a:sym typeface="Georgia"/>
              </a:rPr>
              <a:t>1</a:t>
            </a:r>
            <a:endParaRPr>
              <a:solidFill>
                <a:schemeClr val="lt1"/>
              </a:solidFill>
              <a:latin typeface="Georgia"/>
              <a:ea typeface="Georgia"/>
              <a:cs typeface="Georgia"/>
              <a:sym typeface="Georgia"/>
            </a:endParaRPr>
          </a:p>
        </p:txBody>
      </p:sp>
      <p:sp>
        <p:nvSpPr>
          <p:cNvPr id="125" name="Google Shape;125;p16"/>
          <p:cNvSpPr/>
          <p:nvPr/>
        </p:nvSpPr>
        <p:spPr>
          <a:xfrm>
            <a:off x="3569303" y="1932894"/>
            <a:ext cx="820500" cy="330000"/>
          </a:xfrm>
          <a:prstGeom prst="rect">
            <a:avLst/>
          </a:prstGeom>
          <a:solidFill>
            <a:srgbClr val="4E2488"/>
          </a:solidFill>
          <a:ln cap="flat" cmpd="sng" w="9525">
            <a:solidFill>
              <a:schemeClr val="lt1"/>
            </a:solidFill>
            <a:prstDash val="solid"/>
            <a:round/>
            <a:headEnd len="sm" w="sm" type="none"/>
            <a:tailEnd len="sm" w="sm" type="none"/>
          </a:ln>
        </p:spPr>
        <p:txBody>
          <a:bodyPr anchorCtr="0" anchor="ctr" bIns="91425" lIns="91425" spcFirstLastPara="1" rIns="91425" wrap="square" tIns="91425">
            <a:noAutofit/>
          </a:bodyPr>
          <a:lstStyle/>
          <a:p>
            <a:pPr indent="0" lvl="0" marL="0" rtl="0" algn="ctr">
              <a:spcBef>
                <a:spcPts val="0"/>
              </a:spcBef>
              <a:spcAft>
                <a:spcPts val="0"/>
              </a:spcAft>
              <a:buNone/>
            </a:pPr>
            <a:r>
              <a:rPr lang="en">
                <a:solidFill>
                  <a:schemeClr val="lt1"/>
                </a:solidFill>
                <a:latin typeface="Georgia"/>
                <a:ea typeface="Georgia"/>
                <a:cs typeface="Georgia"/>
                <a:sym typeface="Georgia"/>
              </a:rPr>
              <a:t>1</a:t>
            </a:r>
            <a:endParaRPr>
              <a:solidFill>
                <a:schemeClr val="lt1"/>
              </a:solidFill>
              <a:latin typeface="Georgia"/>
              <a:ea typeface="Georgia"/>
              <a:cs typeface="Georgia"/>
              <a:sym typeface="Georgia"/>
            </a:endParaRPr>
          </a:p>
        </p:txBody>
      </p:sp>
      <p:sp>
        <p:nvSpPr>
          <p:cNvPr id="126" name="Google Shape;126;p16"/>
          <p:cNvSpPr/>
          <p:nvPr/>
        </p:nvSpPr>
        <p:spPr>
          <a:xfrm>
            <a:off x="3569303" y="2263062"/>
            <a:ext cx="820500" cy="330000"/>
          </a:xfrm>
          <a:prstGeom prst="rect">
            <a:avLst/>
          </a:prstGeom>
          <a:solidFill>
            <a:srgbClr val="4E2488"/>
          </a:solidFill>
          <a:ln cap="flat" cmpd="sng" w="9525">
            <a:solidFill>
              <a:schemeClr val="lt1"/>
            </a:solidFill>
            <a:prstDash val="solid"/>
            <a:round/>
            <a:headEnd len="sm" w="sm" type="none"/>
            <a:tailEnd len="sm" w="sm" type="none"/>
          </a:ln>
        </p:spPr>
        <p:txBody>
          <a:bodyPr anchorCtr="0" anchor="ctr" bIns="91425" lIns="91425" spcFirstLastPara="1" rIns="91425" wrap="square" tIns="91425">
            <a:noAutofit/>
          </a:bodyPr>
          <a:lstStyle/>
          <a:p>
            <a:pPr indent="0" lvl="0" marL="0" rtl="0" algn="ctr">
              <a:spcBef>
                <a:spcPts val="0"/>
              </a:spcBef>
              <a:spcAft>
                <a:spcPts val="0"/>
              </a:spcAft>
              <a:buNone/>
            </a:pPr>
            <a:r>
              <a:rPr lang="en">
                <a:solidFill>
                  <a:schemeClr val="lt1"/>
                </a:solidFill>
                <a:latin typeface="Georgia"/>
                <a:ea typeface="Georgia"/>
                <a:cs typeface="Georgia"/>
                <a:sym typeface="Georgia"/>
              </a:rPr>
              <a:t>3</a:t>
            </a:r>
            <a:endParaRPr>
              <a:solidFill>
                <a:schemeClr val="lt1"/>
              </a:solidFill>
              <a:latin typeface="Georgia"/>
              <a:ea typeface="Georgia"/>
              <a:cs typeface="Georgia"/>
              <a:sym typeface="Georgia"/>
            </a:endParaRPr>
          </a:p>
        </p:txBody>
      </p:sp>
      <p:sp>
        <p:nvSpPr>
          <p:cNvPr id="127" name="Google Shape;127;p16"/>
          <p:cNvSpPr txBox="1"/>
          <p:nvPr/>
        </p:nvSpPr>
        <p:spPr>
          <a:xfrm>
            <a:off x="3569387" y="1227050"/>
            <a:ext cx="820500" cy="461700"/>
          </a:xfrm>
          <a:prstGeom prst="rect">
            <a:avLst/>
          </a:prstGeom>
          <a:noFill/>
          <a:ln>
            <a:noFill/>
          </a:ln>
        </p:spPr>
        <p:txBody>
          <a:bodyPr anchorCtr="0" anchor="t" bIns="91425" lIns="91425" spcFirstLastPara="1" rIns="91425" wrap="square" tIns="91425">
            <a:spAutoFit/>
          </a:bodyPr>
          <a:lstStyle/>
          <a:p>
            <a:pPr indent="0" lvl="0" marL="0" rtl="0" algn="ctr">
              <a:spcBef>
                <a:spcPts val="0"/>
              </a:spcBef>
              <a:spcAft>
                <a:spcPts val="0"/>
              </a:spcAft>
              <a:buNone/>
            </a:pPr>
            <a:r>
              <a:rPr lang="en" sz="900">
                <a:solidFill>
                  <a:schemeClr val="dk2"/>
                </a:solidFill>
                <a:latin typeface="Georgia"/>
                <a:ea typeface="Georgia"/>
                <a:cs typeface="Georgia"/>
                <a:sym typeface="Georgia"/>
              </a:rPr>
              <a:t>Min child weight</a:t>
            </a:r>
            <a:endParaRPr sz="900">
              <a:solidFill>
                <a:schemeClr val="dk2"/>
              </a:solidFill>
              <a:latin typeface="Georgia"/>
              <a:ea typeface="Georgia"/>
              <a:cs typeface="Georgia"/>
              <a:sym typeface="Georgia"/>
            </a:endParaRPr>
          </a:p>
        </p:txBody>
      </p:sp>
      <p:sp>
        <p:nvSpPr>
          <p:cNvPr id="128" name="Google Shape;128;p16"/>
          <p:cNvSpPr txBox="1"/>
          <p:nvPr/>
        </p:nvSpPr>
        <p:spPr>
          <a:xfrm>
            <a:off x="1126150" y="1008879"/>
            <a:ext cx="2449200" cy="400200"/>
          </a:xfrm>
          <a:prstGeom prst="rect">
            <a:avLst/>
          </a:prstGeom>
          <a:noFill/>
          <a:ln>
            <a:noFill/>
          </a:ln>
        </p:spPr>
        <p:txBody>
          <a:bodyPr anchorCtr="0" anchor="t" bIns="91425" lIns="91425" spcFirstLastPara="1" rIns="91425" wrap="square" tIns="91425">
            <a:spAutoFit/>
          </a:bodyPr>
          <a:lstStyle/>
          <a:p>
            <a:pPr indent="0" lvl="0" marL="0" rtl="0" algn="ctr">
              <a:spcBef>
                <a:spcPts val="0"/>
              </a:spcBef>
              <a:spcAft>
                <a:spcPts val="0"/>
              </a:spcAft>
              <a:buNone/>
            </a:pPr>
            <a:r>
              <a:rPr lang="en">
                <a:solidFill>
                  <a:srgbClr val="4E2488"/>
                </a:solidFill>
                <a:latin typeface="Georgia"/>
                <a:ea typeface="Georgia"/>
                <a:cs typeface="Georgia"/>
                <a:sym typeface="Georgia"/>
              </a:rPr>
              <a:t>Best Hyperparameters</a:t>
            </a:r>
            <a:endParaRPr>
              <a:solidFill>
                <a:srgbClr val="4E2488"/>
              </a:solidFill>
              <a:latin typeface="Georgia"/>
              <a:ea typeface="Georgia"/>
              <a:cs typeface="Georgia"/>
              <a:sym typeface="Georgia"/>
            </a:endParaRPr>
          </a:p>
        </p:txBody>
      </p:sp>
      <p:pic>
        <p:nvPicPr>
          <p:cNvPr id="129" name="Google Shape;129;p16"/>
          <p:cNvPicPr preferRelativeResize="0"/>
          <p:nvPr/>
        </p:nvPicPr>
        <p:blipFill>
          <a:blip r:embed="rId7">
            <a:alphaModFix/>
          </a:blip>
          <a:stretch>
            <a:fillRect/>
          </a:stretch>
        </p:blipFill>
        <p:spPr>
          <a:xfrm>
            <a:off x="64008" y="2743200"/>
            <a:ext cx="9025126" cy="2331720"/>
          </a:xfrm>
          <a:prstGeom prst="rect">
            <a:avLst/>
          </a:prstGeom>
          <a:noFill/>
          <a:ln>
            <a:noFill/>
          </a:ln>
        </p:spPr>
      </p:pic>
    </p:spTree>
  </p:cSld>
  <p:clrMapOvr>
    <a:masterClrMapping/>
  </p:clrMapOvr>
  <p:timing>
    <p:tnLst>
      <p:par>
        <p:cTn dur="indefinite" nodeType="tmRoot" restart="never">
          <p:childTnLst>
            <p:seq concurrent="1" nextAc="seek">
              <p:cTn dur="indefinite" id="2" nodeType="mainSeq">
                <p:childTnLst>
                  <p:par>
                    <p:cTn fill="hold">
                      <p:stCondLst>
                        <p:cond delay="indefinite"/>
                      </p:stCondLst>
                      <p:childTnLst>
                        <p:par>
                          <p:cTn fill="hold">
                            <p:stCondLst>
                              <p:cond delay="0"/>
                            </p:stCondLst>
                            <p:childTnLst>
                              <p:par>
                                <p:cTn fill="hold" nodeType="clickEffect" presetClass="entr" presetID="1" presetSubtype="0">
                                  <p:stCondLst>
                                    <p:cond delay="0"/>
                                  </p:stCondLst>
                                  <p:childTnLst>
                                    <p:set>
                                      <p:cBhvr>
                                        <p:cTn dur="1" fill="hold">
                                          <p:stCondLst>
                                            <p:cond delay="0"/>
                                          </p:stCondLst>
                                        </p:cTn>
                                        <p:tgtEl>
                                          <p:spTgt spid="117"/>
                                        </p:tgtEl>
                                        <p:attrNameLst>
                                          <p:attrName>style.visibility</p:attrName>
                                        </p:attrNameLst>
                                      </p:cBhvr>
                                      <p:to>
                                        <p:strVal val="visible"/>
                                      </p:to>
                                    </p:set>
                                  </p:childTnLst>
                                </p:cTn>
                              </p:par>
                            </p:childTnLst>
                          </p:cTn>
                        </p:par>
                      </p:childTnLst>
                    </p:cTn>
                  </p:par>
                  <p:par>
                    <p:cTn fill="hold">
                      <p:stCondLst>
                        <p:cond delay="indefinite"/>
                      </p:stCondLst>
                      <p:childTnLst>
                        <p:par>
                          <p:cTn fill="hold">
                            <p:stCondLst>
                              <p:cond delay="0"/>
                            </p:stCondLst>
                            <p:childTnLst>
                              <p:par>
                                <p:cTn fill="hold" nodeType="clickEffect" presetClass="entr" presetID="1" presetSubtype="0">
                                  <p:stCondLst>
                                    <p:cond delay="0"/>
                                  </p:stCondLst>
                                  <p:childTnLst>
                                    <p:set>
                                      <p:cBhvr>
                                        <p:cTn dur="1" fill="hold">
                                          <p:stCondLst>
                                            <p:cond delay="0"/>
                                          </p:stCondLst>
                                        </p:cTn>
                                        <p:tgtEl>
                                          <p:spTgt spid="118"/>
                                        </p:tgtEl>
                                        <p:attrNameLst>
                                          <p:attrName>style.visibility</p:attrName>
                                        </p:attrNameLst>
                                      </p:cBhvr>
                                      <p:to>
                                        <p:strVal val="visible"/>
                                      </p:to>
                                    </p:set>
                                  </p:childTnLst>
                                </p:cTn>
                              </p:par>
                            </p:childTnLst>
                          </p:cTn>
                        </p:par>
                      </p:childTnLst>
                    </p:cTn>
                  </p:par>
                  <p:par>
                    <p:cTn fill="hold">
                      <p:stCondLst>
                        <p:cond delay="indefinite"/>
                      </p:stCondLst>
                      <p:childTnLst>
                        <p:par>
                          <p:cTn fill="hold">
                            <p:stCondLst>
                              <p:cond delay="0"/>
                            </p:stCondLst>
                            <p:childTnLst>
                              <p:par>
                                <p:cTn fill="hold" nodeType="clickEffect" presetClass="entr" presetID="1" presetSubtype="0">
                                  <p:stCondLst>
                                    <p:cond delay="0"/>
                                  </p:stCondLst>
                                  <p:childTnLst>
                                    <p:set>
                                      <p:cBhvr>
                                        <p:cTn dur="1" fill="hold">
                                          <p:stCondLst>
                                            <p:cond delay="0"/>
                                          </p:stCondLst>
                                        </p:cTn>
                                        <p:tgtEl>
                                          <p:spTgt spid="119"/>
                                        </p:tgtEl>
                                        <p:attrNameLst>
                                          <p:attrName>style.visibility</p:attrName>
                                        </p:attrNameLst>
                                      </p:cBhvr>
                                      <p:to>
                                        <p:strVal val="visible"/>
                                      </p:to>
                                    </p:set>
                                  </p:childTnLst>
                                </p:cTn>
                              </p:par>
                            </p:childTnLst>
                          </p:cTn>
                        </p:par>
                      </p:childTnLst>
                    </p:cTn>
                  </p:par>
                </p:childTnLst>
              </p:cTn>
              <p:prevCondLst>
                <p:cond evt="onPrev">
                  <p:tgtEl>
                    <p:sldTgt/>
                  </p:tgtEl>
                </p:cond>
              </p:prevCondLst>
              <p:nextCondLst>
                <p:cond evt="onNext">
                  <p:tgtEl>
                    <p:sldTgt/>
                  </p:tgtEl>
                </p:cond>
              </p:nextCondLst>
            </p:seq>
          </p:childTnLst>
        </p:cTn>
      </p:par>
    </p:tnLst>
  </p:timing>
</p:sld>
</file>

<file path=ppt/slides/slide5.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bg>
      <p:bgPr>
        <a:solidFill>
          <a:schemeClr val="lt1"/>
        </a:solidFill>
      </p:bgPr>
    </p:bg>
    <p:spTree>
      <p:nvGrpSpPr>
        <p:cNvPr id="133" name="Shape 133"/>
        <p:cNvGrpSpPr/>
        <p:nvPr/>
      </p:nvGrpSpPr>
      <p:grpSpPr>
        <a:xfrm>
          <a:off x="0" y="0"/>
          <a:ext cx="0" cy="0"/>
          <a:chOff x="0" y="0"/>
          <a:chExt cx="0" cy="0"/>
        </a:xfrm>
      </p:grpSpPr>
      <p:sp>
        <p:nvSpPr>
          <p:cNvPr id="134" name="Google Shape;134;p17"/>
          <p:cNvSpPr txBox="1"/>
          <p:nvPr>
            <p:ph type="title"/>
          </p:nvPr>
        </p:nvSpPr>
        <p:spPr>
          <a:xfrm>
            <a:off x="311700" y="445025"/>
            <a:ext cx="2763300" cy="572700"/>
          </a:xfrm>
          <a:prstGeom prst="rect">
            <a:avLst/>
          </a:prstGeom>
        </p:spPr>
        <p:txBody>
          <a:bodyPr anchorCtr="0" anchor="t" bIns="91425" lIns="91425" spcFirstLastPara="1" rIns="91425" wrap="square" tIns="91425">
            <a:normAutofit/>
          </a:bodyPr>
          <a:lstStyle/>
          <a:p>
            <a:pPr indent="0" lvl="0" marL="0" rtl="0" algn="l">
              <a:spcBef>
                <a:spcPts val="0"/>
              </a:spcBef>
              <a:spcAft>
                <a:spcPts val="0"/>
              </a:spcAft>
              <a:buNone/>
            </a:pPr>
            <a:r>
              <a:rPr b="1" lang="en" sz="2400">
                <a:solidFill>
                  <a:srgbClr val="434343"/>
                </a:solidFill>
                <a:latin typeface="Georgia"/>
                <a:ea typeface="Georgia"/>
                <a:cs typeface="Georgia"/>
                <a:sym typeface="Georgia"/>
              </a:rPr>
              <a:t>LSTM Network</a:t>
            </a:r>
            <a:endParaRPr/>
          </a:p>
        </p:txBody>
      </p:sp>
      <p:pic>
        <p:nvPicPr>
          <p:cNvPr id="135" name="Google Shape;135;p17" title="NYU Logo.png"/>
          <p:cNvPicPr preferRelativeResize="0"/>
          <p:nvPr/>
        </p:nvPicPr>
        <p:blipFill>
          <a:blip r:embed="rId3">
            <a:alphaModFix/>
          </a:blip>
          <a:stretch>
            <a:fillRect/>
          </a:stretch>
        </p:blipFill>
        <p:spPr>
          <a:xfrm>
            <a:off x="46975" y="58725"/>
            <a:ext cx="980152" cy="334051"/>
          </a:xfrm>
          <a:prstGeom prst="rect">
            <a:avLst/>
          </a:prstGeom>
          <a:noFill/>
          <a:ln>
            <a:noFill/>
          </a:ln>
        </p:spPr>
      </p:pic>
      <p:sp>
        <p:nvSpPr>
          <p:cNvPr id="136" name="Google Shape;136;p17"/>
          <p:cNvSpPr txBox="1"/>
          <p:nvPr/>
        </p:nvSpPr>
        <p:spPr>
          <a:xfrm>
            <a:off x="311700" y="818325"/>
            <a:ext cx="2967000" cy="338700"/>
          </a:xfrm>
          <a:prstGeom prst="rect">
            <a:avLst/>
          </a:prstGeom>
          <a:noFill/>
          <a:ln>
            <a:noFill/>
          </a:ln>
        </p:spPr>
        <p:txBody>
          <a:bodyPr anchorCtr="0" anchor="t" bIns="91425" lIns="91425" spcFirstLastPara="1" rIns="91425" wrap="square" tIns="91425">
            <a:spAutoFit/>
          </a:bodyPr>
          <a:lstStyle/>
          <a:p>
            <a:pPr indent="0" lvl="0" marL="0" rtl="0" algn="l">
              <a:spcBef>
                <a:spcPts val="0"/>
              </a:spcBef>
              <a:spcAft>
                <a:spcPts val="0"/>
              </a:spcAft>
              <a:buNone/>
            </a:pPr>
            <a:r>
              <a:rPr i="1" lang="en" sz="1000">
                <a:solidFill>
                  <a:srgbClr val="4A5568"/>
                </a:solidFill>
                <a:latin typeface="Calibri"/>
                <a:ea typeface="Calibri"/>
                <a:cs typeface="Calibri"/>
                <a:sym typeface="Calibri"/>
              </a:rPr>
              <a:t>Long Short-Term Memory - Deep Sequence Model</a:t>
            </a:r>
            <a:endParaRPr i="1" sz="1000">
              <a:solidFill>
                <a:srgbClr val="4A5568"/>
              </a:solidFill>
              <a:latin typeface="Calibri"/>
              <a:ea typeface="Calibri"/>
              <a:cs typeface="Calibri"/>
              <a:sym typeface="Calibri"/>
            </a:endParaRPr>
          </a:p>
        </p:txBody>
      </p:sp>
      <p:sp>
        <p:nvSpPr>
          <p:cNvPr id="137" name="Google Shape;137;p17"/>
          <p:cNvSpPr/>
          <p:nvPr/>
        </p:nvSpPr>
        <p:spPr>
          <a:xfrm>
            <a:off x="468700" y="1682350"/>
            <a:ext cx="820500" cy="330000"/>
          </a:xfrm>
          <a:prstGeom prst="rect">
            <a:avLst/>
          </a:prstGeom>
          <a:solidFill>
            <a:srgbClr val="4E2488"/>
          </a:solidFill>
          <a:ln cap="flat" cmpd="sng" w="9525">
            <a:solidFill>
              <a:schemeClr val="lt1"/>
            </a:solidFill>
            <a:prstDash val="solid"/>
            <a:round/>
            <a:headEnd len="sm" w="sm" type="none"/>
            <a:tailEnd len="sm" w="sm" type="none"/>
          </a:ln>
        </p:spPr>
        <p:txBody>
          <a:bodyPr anchorCtr="0" anchor="ctr" bIns="91425" lIns="91425" spcFirstLastPara="1" rIns="91425" wrap="square" tIns="91425">
            <a:noAutofit/>
          </a:bodyPr>
          <a:lstStyle/>
          <a:p>
            <a:pPr indent="0" lvl="0" marL="0" rtl="0" algn="ctr">
              <a:spcBef>
                <a:spcPts val="0"/>
              </a:spcBef>
              <a:spcAft>
                <a:spcPts val="0"/>
              </a:spcAft>
              <a:buNone/>
            </a:pPr>
            <a:r>
              <a:rPr lang="en">
                <a:solidFill>
                  <a:schemeClr val="lt1"/>
                </a:solidFill>
                <a:latin typeface="Georgia"/>
                <a:ea typeface="Georgia"/>
                <a:cs typeface="Georgia"/>
                <a:sym typeface="Georgia"/>
              </a:rPr>
              <a:t>1D</a:t>
            </a:r>
            <a:endParaRPr>
              <a:solidFill>
                <a:schemeClr val="lt1"/>
              </a:solidFill>
              <a:latin typeface="Georgia"/>
              <a:ea typeface="Georgia"/>
              <a:cs typeface="Georgia"/>
              <a:sym typeface="Georgia"/>
            </a:endParaRPr>
          </a:p>
        </p:txBody>
      </p:sp>
      <p:sp>
        <p:nvSpPr>
          <p:cNvPr id="138" name="Google Shape;138;p17"/>
          <p:cNvSpPr/>
          <p:nvPr/>
        </p:nvSpPr>
        <p:spPr>
          <a:xfrm>
            <a:off x="468700" y="2012518"/>
            <a:ext cx="820500" cy="330000"/>
          </a:xfrm>
          <a:prstGeom prst="rect">
            <a:avLst/>
          </a:prstGeom>
          <a:solidFill>
            <a:srgbClr val="4E2488"/>
          </a:solidFill>
          <a:ln cap="flat" cmpd="sng" w="9525">
            <a:solidFill>
              <a:schemeClr val="lt1"/>
            </a:solidFill>
            <a:prstDash val="solid"/>
            <a:round/>
            <a:headEnd len="sm" w="sm" type="none"/>
            <a:tailEnd len="sm" w="sm" type="none"/>
          </a:ln>
        </p:spPr>
        <p:txBody>
          <a:bodyPr anchorCtr="0" anchor="ctr" bIns="91425" lIns="91425" spcFirstLastPara="1" rIns="91425" wrap="square" tIns="91425">
            <a:noAutofit/>
          </a:bodyPr>
          <a:lstStyle/>
          <a:p>
            <a:pPr indent="0" lvl="0" marL="0" marR="0" rtl="0" algn="ctr">
              <a:lnSpc>
                <a:spcPct val="100000"/>
              </a:lnSpc>
              <a:spcBef>
                <a:spcPts val="0"/>
              </a:spcBef>
              <a:spcAft>
                <a:spcPts val="0"/>
              </a:spcAft>
              <a:buNone/>
            </a:pPr>
            <a:r>
              <a:rPr lang="en">
                <a:solidFill>
                  <a:schemeClr val="lt1"/>
                </a:solidFill>
                <a:latin typeface="Georgia"/>
                <a:ea typeface="Georgia"/>
                <a:cs typeface="Georgia"/>
                <a:sym typeface="Georgia"/>
              </a:rPr>
              <a:t>5D</a:t>
            </a:r>
            <a:endParaRPr>
              <a:solidFill>
                <a:schemeClr val="lt1"/>
              </a:solidFill>
              <a:latin typeface="Georgia"/>
              <a:ea typeface="Georgia"/>
              <a:cs typeface="Georgia"/>
              <a:sym typeface="Georgia"/>
            </a:endParaRPr>
          </a:p>
        </p:txBody>
      </p:sp>
      <p:sp>
        <p:nvSpPr>
          <p:cNvPr id="139" name="Google Shape;139;p17"/>
          <p:cNvSpPr/>
          <p:nvPr/>
        </p:nvSpPr>
        <p:spPr>
          <a:xfrm>
            <a:off x="468700" y="2342686"/>
            <a:ext cx="820500" cy="330000"/>
          </a:xfrm>
          <a:prstGeom prst="rect">
            <a:avLst/>
          </a:prstGeom>
          <a:solidFill>
            <a:srgbClr val="4E2488"/>
          </a:solidFill>
          <a:ln cap="flat" cmpd="sng" w="9525">
            <a:solidFill>
              <a:schemeClr val="lt1"/>
            </a:solidFill>
            <a:prstDash val="solid"/>
            <a:round/>
            <a:headEnd len="sm" w="sm" type="none"/>
            <a:tailEnd len="sm" w="sm" type="none"/>
          </a:ln>
        </p:spPr>
        <p:txBody>
          <a:bodyPr anchorCtr="0" anchor="ctr" bIns="91425" lIns="91425" spcFirstLastPara="1" rIns="91425" wrap="square" tIns="91425">
            <a:noAutofit/>
          </a:bodyPr>
          <a:lstStyle/>
          <a:p>
            <a:pPr indent="0" lvl="0" marL="0" rtl="0" algn="ctr">
              <a:spcBef>
                <a:spcPts val="0"/>
              </a:spcBef>
              <a:spcAft>
                <a:spcPts val="0"/>
              </a:spcAft>
              <a:buNone/>
            </a:pPr>
            <a:r>
              <a:rPr lang="en">
                <a:solidFill>
                  <a:schemeClr val="lt1"/>
                </a:solidFill>
                <a:latin typeface="Georgia"/>
                <a:ea typeface="Georgia"/>
                <a:cs typeface="Georgia"/>
                <a:sym typeface="Georgia"/>
              </a:rPr>
              <a:t>20D</a:t>
            </a:r>
            <a:endParaRPr>
              <a:solidFill>
                <a:schemeClr val="lt1"/>
              </a:solidFill>
              <a:latin typeface="Georgia"/>
              <a:ea typeface="Georgia"/>
              <a:cs typeface="Georgia"/>
              <a:sym typeface="Georgia"/>
            </a:endParaRPr>
          </a:p>
        </p:txBody>
      </p:sp>
      <p:sp>
        <p:nvSpPr>
          <p:cNvPr id="140" name="Google Shape;140;p17"/>
          <p:cNvSpPr/>
          <p:nvPr/>
        </p:nvSpPr>
        <p:spPr>
          <a:xfrm>
            <a:off x="1289009" y="1684775"/>
            <a:ext cx="820500" cy="330000"/>
          </a:xfrm>
          <a:prstGeom prst="rect">
            <a:avLst/>
          </a:prstGeom>
          <a:solidFill>
            <a:srgbClr val="4E2488"/>
          </a:solidFill>
          <a:ln cap="flat" cmpd="sng" w="9525">
            <a:solidFill>
              <a:schemeClr val="lt1"/>
            </a:solidFill>
            <a:prstDash val="solid"/>
            <a:round/>
            <a:headEnd len="sm" w="sm" type="none"/>
            <a:tailEnd len="sm" w="sm" type="none"/>
          </a:ln>
        </p:spPr>
        <p:txBody>
          <a:bodyPr anchorCtr="0" anchor="ctr" bIns="91425" lIns="91425" spcFirstLastPara="1" rIns="91425" wrap="square" tIns="91425">
            <a:noAutofit/>
          </a:bodyPr>
          <a:lstStyle/>
          <a:p>
            <a:pPr indent="0" lvl="0" marL="0" marR="0" rtl="0" algn="ctr">
              <a:lnSpc>
                <a:spcPct val="100000"/>
              </a:lnSpc>
              <a:spcBef>
                <a:spcPts val="0"/>
              </a:spcBef>
              <a:spcAft>
                <a:spcPts val="0"/>
              </a:spcAft>
              <a:buNone/>
            </a:pPr>
            <a:r>
              <a:rPr lang="en">
                <a:solidFill>
                  <a:schemeClr val="lt1"/>
                </a:solidFill>
                <a:latin typeface="Georgia"/>
                <a:ea typeface="Georgia"/>
                <a:cs typeface="Georgia"/>
                <a:sym typeface="Georgia"/>
              </a:rPr>
              <a:t>128</a:t>
            </a:r>
            <a:endParaRPr>
              <a:solidFill>
                <a:schemeClr val="lt1"/>
              </a:solidFill>
              <a:latin typeface="Georgia"/>
              <a:ea typeface="Georgia"/>
              <a:cs typeface="Georgia"/>
              <a:sym typeface="Georgia"/>
            </a:endParaRPr>
          </a:p>
        </p:txBody>
      </p:sp>
      <p:sp>
        <p:nvSpPr>
          <p:cNvPr id="141" name="Google Shape;141;p17"/>
          <p:cNvSpPr/>
          <p:nvPr/>
        </p:nvSpPr>
        <p:spPr>
          <a:xfrm>
            <a:off x="1289009" y="2014950"/>
            <a:ext cx="820500" cy="330000"/>
          </a:xfrm>
          <a:prstGeom prst="rect">
            <a:avLst/>
          </a:prstGeom>
          <a:solidFill>
            <a:srgbClr val="4E2488"/>
          </a:solidFill>
          <a:ln cap="flat" cmpd="sng" w="9525">
            <a:solidFill>
              <a:schemeClr val="lt1"/>
            </a:solidFill>
            <a:prstDash val="solid"/>
            <a:round/>
            <a:headEnd len="sm" w="sm" type="none"/>
            <a:tailEnd len="sm" w="sm" type="none"/>
          </a:ln>
        </p:spPr>
        <p:txBody>
          <a:bodyPr anchorCtr="0" anchor="ctr" bIns="91425" lIns="91425" spcFirstLastPara="1" rIns="91425" wrap="square" tIns="91425">
            <a:noAutofit/>
          </a:bodyPr>
          <a:lstStyle/>
          <a:p>
            <a:pPr indent="0" lvl="0" marL="0" marR="0" rtl="0" algn="ctr">
              <a:lnSpc>
                <a:spcPct val="100000"/>
              </a:lnSpc>
              <a:spcBef>
                <a:spcPts val="0"/>
              </a:spcBef>
              <a:spcAft>
                <a:spcPts val="0"/>
              </a:spcAft>
              <a:buNone/>
            </a:pPr>
            <a:r>
              <a:rPr lang="en">
                <a:solidFill>
                  <a:schemeClr val="lt1"/>
                </a:solidFill>
                <a:latin typeface="Georgia"/>
                <a:ea typeface="Georgia"/>
                <a:cs typeface="Georgia"/>
                <a:sym typeface="Georgia"/>
              </a:rPr>
              <a:t>128</a:t>
            </a:r>
            <a:endParaRPr>
              <a:latin typeface="Georgia"/>
              <a:ea typeface="Georgia"/>
              <a:cs typeface="Georgia"/>
              <a:sym typeface="Georgia"/>
            </a:endParaRPr>
          </a:p>
        </p:txBody>
      </p:sp>
      <p:sp>
        <p:nvSpPr>
          <p:cNvPr id="142" name="Google Shape;142;p17"/>
          <p:cNvSpPr/>
          <p:nvPr/>
        </p:nvSpPr>
        <p:spPr>
          <a:xfrm>
            <a:off x="1289009" y="2345100"/>
            <a:ext cx="820500" cy="330000"/>
          </a:xfrm>
          <a:prstGeom prst="rect">
            <a:avLst/>
          </a:prstGeom>
          <a:solidFill>
            <a:srgbClr val="4E2488"/>
          </a:solidFill>
          <a:ln cap="flat" cmpd="sng" w="9525">
            <a:solidFill>
              <a:schemeClr val="lt1"/>
            </a:solidFill>
            <a:prstDash val="solid"/>
            <a:round/>
            <a:headEnd len="sm" w="sm" type="none"/>
            <a:tailEnd len="sm" w="sm" type="none"/>
          </a:ln>
        </p:spPr>
        <p:txBody>
          <a:bodyPr anchorCtr="0" anchor="ctr" bIns="91425" lIns="91425" spcFirstLastPara="1" rIns="91425" wrap="square" tIns="91425">
            <a:noAutofit/>
          </a:bodyPr>
          <a:lstStyle/>
          <a:p>
            <a:pPr indent="0" lvl="0" marL="0" rtl="0" algn="ctr">
              <a:spcBef>
                <a:spcPts val="0"/>
              </a:spcBef>
              <a:spcAft>
                <a:spcPts val="0"/>
              </a:spcAft>
              <a:buNone/>
            </a:pPr>
            <a:r>
              <a:rPr lang="en">
                <a:solidFill>
                  <a:schemeClr val="lt1"/>
                </a:solidFill>
                <a:latin typeface="Georgia"/>
                <a:ea typeface="Georgia"/>
                <a:cs typeface="Georgia"/>
                <a:sym typeface="Georgia"/>
              </a:rPr>
              <a:t>64</a:t>
            </a:r>
            <a:endParaRPr>
              <a:solidFill>
                <a:schemeClr val="lt1"/>
              </a:solidFill>
              <a:latin typeface="Georgia"/>
              <a:ea typeface="Georgia"/>
              <a:cs typeface="Georgia"/>
              <a:sym typeface="Georgia"/>
            </a:endParaRPr>
          </a:p>
        </p:txBody>
      </p:sp>
      <p:sp>
        <p:nvSpPr>
          <p:cNvPr id="143" name="Google Shape;143;p17"/>
          <p:cNvSpPr/>
          <p:nvPr/>
        </p:nvSpPr>
        <p:spPr>
          <a:xfrm>
            <a:off x="2097507" y="1684026"/>
            <a:ext cx="820500" cy="330000"/>
          </a:xfrm>
          <a:prstGeom prst="rect">
            <a:avLst/>
          </a:prstGeom>
          <a:solidFill>
            <a:srgbClr val="4E2488"/>
          </a:solidFill>
          <a:ln cap="flat" cmpd="sng" w="9525">
            <a:solidFill>
              <a:schemeClr val="lt1"/>
            </a:solidFill>
            <a:prstDash val="solid"/>
            <a:round/>
            <a:headEnd len="sm" w="sm" type="none"/>
            <a:tailEnd len="sm" w="sm" type="none"/>
          </a:ln>
        </p:spPr>
        <p:txBody>
          <a:bodyPr anchorCtr="0" anchor="ctr" bIns="91425" lIns="91425" spcFirstLastPara="1" rIns="91425" wrap="square" tIns="91425">
            <a:noAutofit/>
          </a:bodyPr>
          <a:lstStyle/>
          <a:p>
            <a:pPr indent="0" lvl="0" marL="0" marR="0" rtl="0" algn="ctr">
              <a:lnSpc>
                <a:spcPct val="100000"/>
              </a:lnSpc>
              <a:spcBef>
                <a:spcPts val="0"/>
              </a:spcBef>
              <a:spcAft>
                <a:spcPts val="0"/>
              </a:spcAft>
              <a:buNone/>
            </a:pPr>
            <a:r>
              <a:rPr lang="en">
                <a:solidFill>
                  <a:schemeClr val="lt1"/>
                </a:solidFill>
                <a:latin typeface="Georgia"/>
                <a:ea typeface="Georgia"/>
                <a:cs typeface="Georgia"/>
                <a:sym typeface="Georgia"/>
              </a:rPr>
              <a:t>2</a:t>
            </a:r>
            <a:endParaRPr>
              <a:solidFill>
                <a:schemeClr val="lt1"/>
              </a:solidFill>
              <a:latin typeface="Georgia"/>
              <a:ea typeface="Georgia"/>
              <a:cs typeface="Georgia"/>
              <a:sym typeface="Georgia"/>
            </a:endParaRPr>
          </a:p>
        </p:txBody>
      </p:sp>
      <p:sp>
        <p:nvSpPr>
          <p:cNvPr id="144" name="Google Shape;144;p17"/>
          <p:cNvSpPr/>
          <p:nvPr/>
        </p:nvSpPr>
        <p:spPr>
          <a:xfrm>
            <a:off x="2097507" y="2014194"/>
            <a:ext cx="820500" cy="330000"/>
          </a:xfrm>
          <a:prstGeom prst="rect">
            <a:avLst/>
          </a:prstGeom>
          <a:solidFill>
            <a:srgbClr val="4E2488"/>
          </a:solidFill>
          <a:ln cap="flat" cmpd="sng" w="9525">
            <a:solidFill>
              <a:schemeClr val="lt1"/>
            </a:solidFill>
            <a:prstDash val="solid"/>
            <a:round/>
            <a:headEnd len="sm" w="sm" type="none"/>
            <a:tailEnd len="sm" w="sm" type="none"/>
          </a:ln>
        </p:spPr>
        <p:txBody>
          <a:bodyPr anchorCtr="0" anchor="ctr" bIns="91425" lIns="91425" spcFirstLastPara="1" rIns="91425" wrap="square" tIns="91425">
            <a:noAutofit/>
          </a:bodyPr>
          <a:lstStyle/>
          <a:p>
            <a:pPr indent="0" lvl="0" marL="0" rtl="0" algn="ctr">
              <a:spcBef>
                <a:spcPts val="0"/>
              </a:spcBef>
              <a:spcAft>
                <a:spcPts val="0"/>
              </a:spcAft>
              <a:buNone/>
            </a:pPr>
            <a:r>
              <a:rPr lang="en">
                <a:solidFill>
                  <a:schemeClr val="lt1"/>
                </a:solidFill>
                <a:latin typeface="Georgia"/>
                <a:ea typeface="Georgia"/>
                <a:cs typeface="Georgia"/>
                <a:sym typeface="Georgia"/>
              </a:rPr>
              <a:t>2</a:t>
            </a:r>
            <a:endParaRPr>
              <a:solidFill>
                <a:schemeClr val="lt1"/>
              </a:solidFill>
              <a:latin typeface="Georgia"/>
              <a:ea typeface="Georgia"/>
              <a:cs typeface="Georgia"/>
              <a:sym typeface="Georgia"/>
            </a:endParaRPr>
          </a:p>
        </p:txBody>
      </p:sp>
      <p:sp>
        <p:nvSpPr>
          <p:cNvPr id="145" name="Google Shape;145;p17"/>
          <p:cNvSpPr/>
          <p:nvPr/>
        </p:nvSpPr>
        <p:spPr>
          <a:xfrm>
            <a:off x="2097507" y="2344362"/>
            <a:ext cx="820500" cy="330000"/>
          </a:xfrm>
          <a:prstGeom prst="rect">
            <a:avLst/>
          </a:prstGeom>
          <a:solidFill>
            <a:srgbClr val="4E2488"/>
          </a:solidFill>
          <a:ln cap="flat" cmpd="sng" w="9525">
            <a:solidFill>
              <a:schemeClr val="lt1"/>
            </a:solidFill>
            <a:prstDash val="solid"/>
            <a:round/>
            <a:headEnd len="sm" w="sm" type="none"/>
            <a:tailEnd len="sm" w="sm" type="none"/>
          </a:ln>
        </p:spPr>
        <p:txBody>
          <a:bodyPr anchorCtr="0" anchor="ctr" bIns="91425" lIns="91425" spcFirstLastPara="1" rIns="91425" wrap="square" tIns="91425">
            <a:noAutofit/>
          </a:bodyPr>
          <a:lstStyle/>
          <a:p>
            <a:pPr indent="0" lvl="0" marL="0" rtl="0" algn="ctr">
              <a:spcBef>
                <a:spcPts val="0"/>
              </a:spcBef>
              <a:spcAft>
                <a:spcPts val="0"/>
              </a:spcAft>
              <a:buNone/>
            </a:pPr>
            <a:r>
              <a:rPr lang="en">
                <a:solidFill>
                  <a:schemeClr val="lt1"/>
                </a:solidFill>
                <a:latin typeface="Georgia"/>
                <a:ea typeface="Georgia"/>
                <a:cs typeface="Georgia"/>
                <a:sym typeface="Georgia"/>
              </a:rPr>
              <a:t>2</a:t>
            </a:r>
            <a:endParaRPr>
              <a:solidFill>
                <a:schemeClr val="lt1"/>
              </a:solidFill>
              <a:latin typeface="Georgia"/>
              <a:ea typeface="Georgia"/>
              <a:cs typeface="Georgia"/>
              <a:sym typeface="Georgia"/>
            </a:endParaRPr>
          </a:p>
        </p:txBody>
      </p:sp>
      <p:sp>
        <p:nvSpPr>
          <p:cNvPr id="146" name="Google Shape;146;p17"/>
          <p:cNvSpPr txBox="1"/>
          <p:nvPr/>
        </p:nvSpPr>
        <p:spPr>
          <a:xfrm>
            <a:off x="650200" y="1387730"/>
            <a:ext cx="457500" cy="400200"/>
          </a:xfrm>
          <a:prstGeom prst="rect">
            <a:avLst/>
          </a:prstGeom>
          <a:noFill/>
          <a:ln>
            <a:noFill/>
          </a:ln>
        </p:spPr>
        <p:txBody>
          <a:bodyPr anchorCtr="0" anchor="t" bIns="91425" lIns="91425" spcFirstLastPara="1" rIns="91425" wrap="square" tIns="91425">
            <a:spAutoFit/>
          </a:bodyPr>
          <a:lstStyle/>
          <a:p>
            <a:pPr indent="0" lvl="0" marL="0" rtl="0" algn="ctr">
              <a:spcBef>
                <a:spcPts val="0"/>
              </a:spcBef>
              <a:spcAft>
                <a:spcPts val="0"/>
              </a:spcAft>
              <a:buNone/>
            </a:pPr>
            <a:r>
              <a:rPr lang="en">
                <a:solidFill>
                  <a:schemeClr val="dk2"/>
                </a:solidFill>
                <a:latin typeface="Georgia"/>
                <a:ea typeface="Georgia"/>
                <a:cs typeface="Georgia"/>
                <a:sym typeface="Georgia"/>
              </a:rPr>
              <a:t>h</a:t>
            </a:r>
            <a:endParaRPr>
              <a:solidFill>
                <a:schemeClr val="dk2"/>
              </a:solidFill>
              <a:latin typeface="Georgia"/>
              <a:ea typeface="Georgia"/>
              <a:cs typeface="Georgia"/>
              <a:sym typeface="Georgia"/>
            </a:endParaRPr>
          </a:p>
        </p:txBody>
      </p:sp>
      <p:sp>
        <p:nvSpPr>
          <p:cNvPr id="147" name="Google Shape;147;p17"/>
          <p:cNvSpPr txBox="1"/>
          <p:nvPr/>
        </p:nvSpPr>
        <p:spPr>
          <a:xfrm>
            <a:off x="1470500" y="1388943"/>
            <a:ext cx="457500" cy="400200"/>
          </a:xfrm>
          <a:prstGeom prst="rect">
            <a:avLst/>
          </a:prstGeom>
          <a:noFill/>
          <a:ln>
            <a:noFill/>
          </a:ln>
        </p:spPr>
        <p:txBody>
          <a:bodyPr anchorCtr="0" anchor="t" bIns="91425" lIns="91425" spcFirstLastPara="1" rIns="91425" wrap="square" tIns="91425">
            <a:spAutoFit/>
          </a:bodyPr>
          <a:lstStyle/>
          <a:p>
            <a:pPr indent="0" lvl="0" marL="0" rtl="0" algn="ctr">
              <a:spcBef>
                <a:spcPts val="0"/>
              </a:spcBef>
              <a:spcAft>
                <a:spcPts val="0"/>
              </a:spcAft>
              <a:buNone/>
            </a:pPr>
            <a:r>
              <a:rPr lang="en">
                <a:solidFill>
                  <a:schemeClr val="dk2"/>
                </a:solidFill>
                <a:latin typeface="Georgia"/>
                <a:ea typeface="Georgia"/>
                <a:cs typeface="Georgia"/>
                <a:sym typeface="Georgia"/>
              </a:rPr>
              <a:t>hs</a:t>
            </a:r>
            <a:endParaRPr>
              <a:solidFill>
                <a:schemeClr val="dk2"/>
              </a:solidFill>
              <a:latin typeface="Georgia"/>
              <a:ea typeface="Georgia"/>
              <a:cs typeface="Georgia"/>
              <a:sym typeface="Georgia"/>
            </a:endParaRPr>
          </a:p>
        </p:txBody>
      </p:sp>
      <p:sp>
        <p:nvSpPr>
          <p:cNvPr id="148" name="Google Shape;148;p17"/>
          <p:cNvSpPr txBox="1"/>
          <p:nvPr/>
        </p:nvSpPr>
        <p:spPr>
          <a:xfrm>
            <a:off x="2279000" y="1388568"/>
            <a:ext cx="457500" cy="400200"/>
          </a:xfrm>
          <a:prstGeom prst="rect">
            <a:avLst/>
          </a:prstGeom>
          <a:noFill/>
          <a:ln>
            <a:noFill/>
          </a:ln>
        </p:spPr>
        <p:txBody>
          <a:bodyPr anchorCtr="0" anchor="t" bIns="91425" lIns="91425" spcFirstLastPara="1" rIns="91425" wrap="square" tIns="91425">
            <a:spAutoFit/>
          </a:bodyPr>
          <a:lstStyle/>
          <a:p>
            <a:pPr indent="0" lvl="0" marL="0" rtl="0" algn="ctr">
              <a:spcBef>
                <a:spcPts val="0"/>
              </a:spcBef>
              <a:spcAft>
                <a:spcPts val="0"/>
              </a:spcAft>
              <a:buNone/>
            </a:pPr>
            <a:r>
              <a:rPr lang="en">
                <a:solidFill>
                  <a:schemeClr val="dk2"/>
                </a:solidFill>
                <a:latin typeface="Georgia"/>
                <a:ea typeface="Georgia"/>
                <a:cs typeface="Georgia"/>
                <a:sym typeface="Georgia"/>
              </a:rPr>
              <a:t>nl</a:t>
            </a:r>
            <a:endParaRPr>
              <a:solidFill>
                <a:schemeClr val="dk2"/>
              </a:solidFill>
              <a:latin typeface="Georgia"/>
              <a:ea typeface="Georgia"/>
              <a:cs typeface="Georgia"/>
              <a:sym typeface="Georgia"/>
            </a:endParaRPr>
          </a:p>
        </p:txBody>
      </p:sp>
      <p:sp>
        <p:nvSpPr>
          <p:cNvPr id="149" name="Google Shape;149;p17"/>
          <p:cNvSpPr txBox="1"/>
          <p:nvPr/>
        </p:nvSpPr>
        <p:spPr>
          <a:xfrm>
            <a:off x="829493" y="1149938"/>
            <a:ext cx="2449200" cy="400200"/>
          </a:xfrm>
          <a:prstGeom prst="rect">
            <a:avLst/>
          </a:prstGeom>
          <a:noFill/>
          <a:ln>
            <a:noFill/>
          </a:ln>
        </p:spPr>
        <p:txBody>
          <a:bodyPr anchorCtr="0" anchor="t" bIns="91425" lIns="91425" spcFirstLastPara="1" rIns="91425" wrap="square" tIns="91425">
            <a:spAutoFit/>
          </a:bodyPr>
          <a:lstStyle/>
          <a:p>
            <a:pPr indent="0" lvl="0" marL="0" rtl="0" algn="ctr">
              <a:spcBef>
                <a:spcPts val="0"/>
              </a:spcBef>
              <a:spcAft>
                <a:spcPts val="0"/>
              </a:spcAft>
              <a:buNone/>
            </a:pPr>
            <a:r>
              <a:rPr lang="en">
                <a:solidFill>
                  <a:srgbClr val="4E2488"/>
                </a:solidFill>
                <a:latin typeface="Georgia"/>
                <a:ea typeface="Georgia"/>
                <a:cs typeface="Georgia"/>
                <a:sym typeface="Georgia"/>
              </a:rPr>
              <a:t>Best Hyperparameters</a:t>
            </a:r>
            <a:endParaRPr>
              <a:solidFill>
                <a:srgbClr val="4E2488"/>
              </a:solidFill>
              <a:latin typeface="Georgia"/>
              <a:ea typeface="Georgia"/>
              <a:cs typeface="Georgia"/>
              <a:sym typeface="Georgia"/>
            </a:endParaRPr>
          </a:p>
        </p:txBody>
      </p:sp>
      <p:pic>
        <p:nvPicPr>
          <p:cNvPr id="150" name="Google Shape;150;p17"/>
          <p:cNvPicPr preferRelativeResize="0"/>
          <p:nvPr/>
        </p:nvPicPr>
        <p:blipFill rotWithShape="1">
          <a:blip r:embed="rId4">
            <a:alphaModFix/>
          </a:blip>
          <a:srcRect b="0" l="0" r="66371" t="0"/>
          <a:stretch/>
        </p:blipFill>
        <p:spPr>
          <a:xfrm>
            <a:off x="5029200" y="269439"/>
            <a:ext cx="3075000" cy="2491400"/>
          </a:xfrm>
          <a:prstGeom prst="rect">
            <a:avLst/>
          </a:prstGeom>
          <a:noFill/>
          <a:ln>
            <a:noFill/>
          </a:ln>
        </p:spPr>
      </p:pic>
      <p:pic>
        <p:nvPicPr>
          <p:cNvPr id="151" name="Google Shape;151;p17"/>
          <p:cNvPicPr preferRelativeResize="0"/>
          <p:nvPr/>
        </p:nvPicPr>
        <p:blipFill rotWithShape="1">
          <a:blip r:embed="rId4">
            <a:alphaModFix/>
          </a:blip>
          <a:srcRect b="0" l="33194" r="33177" t="0"/>
          <a:stretch/>
        </p:blipFill>
        <p:spPr>
          <a:xfrm>
            <a:off x="5029200" y="269439"/>
            <a:ext cx="3075000" cy="2491400"/>
          </a:xfrm>
          <a:prstGeom prst="rect">
            <a:avLst/>
          </a:prstGeom>
          <a:noFill/>
          <a:ln>
            <a:noFill/>
          </a:ln>
        </p:spPr>
      </p:pic>
      <p:pic>
        <p:nvPicPr>
          <p:cNvPr id="152" name="Google Shape;152;p17"/>
          <p:cNvPicPr preferRelativeResize="0"/>
          <p:nvPr/>
        </p:nvPicPr>
        <p:blipFill rotWithShape="1">
          <a:blip r:embed="rId4">
            <a:alphaModFix/>
          </a:blip>
          <a:srcRect b="0" l="66868" r="0" t="0"/>
          <a:stretch/>
        </p:blipFill>
        <p:spPr>
          <a:xfrm>
            <a:off x="5029200" y="269439"/>
            <a:ext cx="3029499" cy="2491400"/>
          </a:xfrm>
          <a:prstGeom prst="rect">
            <a:avLst/>
          </a:prstGeom>
          <a:noFill/>
          <a:ln>
            <a:noFill/>
          </a:ln>
        </p:spPr>
      </p:pic>
      <p:cxnSp>
        <p:nvCxnSpPr>
          <p:cNvPr id="153" name="Google Shape;153;p17"/>
          <p:cNvCxnSpPr/>
          <p:nvPr/>
        </p:nvCxnSpPr>
        <p:spPr>
          <a:xfrm>
            <a:off x="4605400" y="509650"/>
            <a:ext cx="0" cy="2024400"/>
          </a:xfrm>
          <a:prstGeom prst="straightConnector1">
            <a:avLst/>
          </a:prstGeom>
          <a:noFill/>
          <a:ln cap="flat" cmpd="sng" w="9525">
            <a:solidFill>
              <a:srgbClr val="4E2488"/>
            </a:solidFill>
            <a:prstDash val="solid"/>
            <a:round/>
            <a:headEnd len="med" w="med" type="none"/>
            <a:tailEnd len="med" w="med" type="none"/>
          </a:ln>
        </p:spPr>
      </p:cxnSp>
      <p:sp>
        <p:nvSpPr>
          <p:cNvPr id="154" name="Google Shape;154;p17"/>
          <p:cNvSpPr/>
          <p:nvPr/>
        </p:nvSpPr>
        <p:spPr>
          <a:xfrm>
            <a:off x="2924528" y="1683188"/>
            <a:ext cx="820500" cy="330000"/>
          </a:xfrm>
          <a:prstGeom prst="rect">
            <a:avLst/>
          </a:prstGeom>
          <a:solidFill>
            <a:srgbClr val="4E2488"/>
          </a:solidFill>
          <a:ln cap="flat" cmpd="sng" w="9525">
            <a:solidFill>
              <a:schemeClr val="lt1"/>
            </a:solidFill>
            <a:prstDash val="solid"/>
            <a:round/>
            <a:headEnd len="sm" w="sm" type="none"/>
            <a:tailEnd len="sm" w="sm" type="none"/>
          </a:ln>
        </p:spPr>
        <p:txBody>
          <a:bodyPr anchorCtr="0" anchor="ctr" bIns="91425" lIns="91425" spcFirstLastPara="1" rIns="91425" wrap="square" tIns="91425">
            <a:noAutofit/>
          </a:bodyPr>
          <a:lstStyle/>
          <a:p>
            <a:pPr indent="0" lvl="0" marL="0" marR="0" rtl="0" algn="ctr">
              <a:lnSpc>
                <a:spcPct val="100000"/>
              </a:lnSpc>
              <a:spcBef>
                <a:spcPts val="0"/>
              </a:spcBef>
              <a:spcAft>
                <a:spcPts val="0"/>
              </a:spcAft>
              <a:buNone/>
            </a:pPr>
            <a:r>
              <a:rPr lang="en">
                <a:solidFill>
                  <a:schemeClr val="lt1"/>
                </a:solidFill>
                <a:latin typeface="Georgia"/>
                <a:ea typeface="Georgia"/>
                <a:cs typeface="Georgia"/>
                <a:sym typeface="Georgia"/>
              </a:rPr>
              <a:t>0.0005</a:t>
            </a:r>
            <a:endParaRPr>
              <a:solidFill>
                <a:schemeClr val="lt1"/>
              </a:solidFill>
              <a:latin typeface="Georgia"/>
              <a:ea typeface="Georgia"/>
              <a:cs typeface="Georgia"/>
              <a:sym typeface="Georgia"/>
            </a:endParaRPr>
          </a:p>
        </p:txBody>
      </p:sp>
      <p:sp>
        <p:nvSpPr>
          <p:cNvPr id="155" name="Google Shape;155;p17"/>
          <p:cNvSpPr/>
          <p:nvPr/>
        </p:nvSpPr>
        <p:spPr>
          <a:xfrm>
            <a:off x="2924528" y="2013356"/>
            <a:ext cx="820500" cy="330000"/>
          </a:xfrm>
          <a:prstGeom prst="rect">
            <a:avLst/>
          </a:prstGeom>
          <a:solidFill>
            <a:srgbClr val="4E2488"/>
          </a:solidFill>
          <a:ln cap="flat" cmpd="sng" w="9525">
            <a:solidFill>
              <a:schemeClr val="lt1"/>
            </a:solidFill>
            <a:prstDash val="solid"/>
            <a:round/>
            <a:headEnd len="sm" w="sm" type="none"/>
            <a:tailEnd len="sm" w="sm" type="none"/>
          </a:ln>
        </p:spPr>
        <p:txBody>
          <a:bodyPr anchorCtr="0" anchor="ctr" bIns="91425" lIns="91425" spcFirstLastPara="1" rIns="91425" wrap="square" tIns="91425">
            <a:noAutofit/>
          </a:bodyPr>
          <a:lstStyle/>
          <a:p>
            <a:pPr indent="0" lvl="0" marL="0" rtl="0" algn="ctr">
              <a:spcBef>
                <a:spcPts val="0"/>
              </a:spcBef>
              <a:spcAft>
                <a:spcPts val="0"/>
              </a:spcAft>
              <a:buNone/>
            </a:pPr>
            <a:r>
              <a:rPr lang="en">
                <a:solidFill>
                  <a:schemeClr val="lt1"/>
                </a:solidFill>
                <a:latin typeface="Georgia"/>
                <a:ea typeface="Georgia"/>
                <a:cs typeface="Georgia"/>
                <a:sym typeface="Georgia"/>
              </a:rPr>
              <a:t>0.001</a:t>
            </a:r>
            <a:endParaRPr>
              <a:solidFill>
                <a:schemeClr val="lt1"/>
              </a:solidFill>
              <a:latin typeface="Georgia"/>
              <a:ea typeface="Georgia"/>
              <a:cs typeface="Georgia"/>
              <a:sym typeface="Georgia"/>
            </a:endParaRPr>
          </a:p>
        </p:txBody>
      </p:sp>
      <p:sp>
        <p:nvSpPr>
          <p:cNvPr id="156" name="Google Shape;156;p17"/>
          <p:cNvSpPr/>
          <p:nvPr/>
        </p:nvSpPr>
        <p:spPr>
          <a:xfrm>
            <a:off x="2924528" y="2343524"/>
            <a:ext cx="820500" cy="330000"/>
          </a:xfrm>
          <a:prstGeom prst="rect">
            <a:avLst/>
          </a:prstGeom>
          <a:solidFill>
            <a:srgbClr val="4E2488"/>
          </a:solidFill>
          <a:ln cap="flat" cmpd="sng" w="9525">
            <a:solidFill>
              <a:schemeClr val="lt1"/>
            </a:solidFill>
            <a:prstDash val="solid"/>
            <a:round/>
            <a:headEnd len="sm" w="sm" type="none"/>
            <a:tailEnd len="sm" w="sm" type="none"/>
          </a:ln>
        </p:spPr>
        <p:txBody>
          <a:bodyPr anchorCtr="0" anchor="ctr" bIns="91425" lIns="91425" spcFirstLastPara="1" rIns="91425" wrap="square" tIns="91425">
            <a:noAutofit/>
          </a:bodyPr>
          <a:lstStyle/>
          <a:p>
            <a:pPr indent="0" lvl="0" marL="0" rtl="0" algn="ctr">
              <a:spcBef>
                <a:spcPts val="0"/>
              </a:spcBef>
              <a:spcAft>
                <a:spcPts val="0"/>
              </a:spcAft>
              <a:buNone/>
            </a:pPr>
            <a:r>
              <a:rPr lang="en">
                <a:solidFill>
                  <a:schemeClr val="lt1"/>
                </a:solidFill>
                <a:latin typeface="Georgia"/>
                <a:ea typeface="Georgia"/>
                <a:cs typeface="Georgia"/>
                <a:sym typeface="Georgia"/>
              </a:rPr>
              <a:t>0.001</a:t>
            </a:r>
            <a:endParaRPr>
              <a:solidFill>
                <a:schemeClr val="lt1"/>
              </a:solidFill>
              <a:latin typeface="Georgia"/>
              <a:ea typeface="Georgia"/>
              <a:cs typeface="Georgia"/>
              <a:sym typeface="Georgia"/>
            </a:endParaRPr>
          </a:p>
        </p:txBody>
      </p:sp>
      <p:sp>
        <p:nvSpPr>
          <p:cNvPr id="157" name="Google Shape;157;p17"/>
          <p:cNvSpPr txBox="1"/>
          <p:nvPr/>
        </p:nvSpPr>
        <p:spPr>
          <a:xfrm>
            <a:off x="3106021" y="1387730"/>
            <a:ext cx="457500" cy="400200"/>
          </a:xfrm>
          <a:prstGeom prst="rect">
            <a:avLst/>
          </a:prstGeom>
          <a:noFill/>
          <a:ln>
            <a:noFill/>
          </a:ln>
        </p:spPr>
        <p:txBody>
          <a:bodyPr anchorCtr="0" anchor="t" bIns="91425" lIns="91425" spcFirstLastPara="1" rIns="91425" wrap="square" tIns="91425">
            <a:spAutoFit/>
          </a:bodyPr>
          <a:lstStyle/>
          <a:p>
            <a:pPr indent="0" lvl="0" marL="0" rtl="0" algn="ctr">
              <a:spcBef>
                <a:spcPts val="0"/>
              </a:spcBef>
              <a:spcAft>
                <a:spcPts val="0"/>
              </a:spcAft>
              <a:buNone/>
            </a:pPr>
            <a:r>
              <a:rPr lang="en">
                <a:solidFill>
                  <a:schemeClr val="dk2"/>
                </a:solidFill>
                <a:latin typeface="Georgia"/>
                <a:ea typeface="Georgia"/>
                <a:cs typeface="Georgia"/>
                <a:sym typeface="Georgia"/>
              </a:rPr>
              <a:t>lr</a:t>
            </a:r>
            <a:endParaRPr>
              <a:solidFill>
                <a:schemeClr val="dk2"/>
              </a:solidFill>
              <a:latin typeface="Georgia"/>
              <a:ea typeface="Georgia"/>
              <a:cs typeface="Georgia"/>
              <a:sym typeface="Georgia"/>
            </a:endParaRPr>
          </a:p>
        </p:txBody>
      </p:sp>
      <p:pic>
        <p:nvPicPr>
          <p:cNvPr id="158" name="Google Shape;158;p17"/>
          <p:cNvPicPr preferRelativeResize="0"/>
          <p:nvPr/>
        </p:nvPicPr>
        <p:blipFill>
          <a:blip r:embed="rId5">
            <a:alphaModFix/>
          </a:blip>
          <a:stretch>
            <a:fillRect/>
          </a:stretch>
        </p:blipFill>
        <p:spPr>
          <a:xfrm>
            <a:off x="64008" y="2743200"/>
            <a:ext cx="9025126" cy="2331720"/>
          </a:xfrm>
          <a:prstGeom prst="rect">
            <a:avLst/>
          </a:prstGeom>
          <a:noFill/>
          <a:ln>
            <a:noFill/>
          </a:ln>
        </p:spPr>
      </p:pic>
    </p:spTree>
  </p:cSld>
  <p:clrMapOvr>
    <a:masterClrMapping/>
  </p:clrMapOvr>
  <p:timing>
    <p:tnLst>
      <p:par>
        <p:cTn dur="indefinite" nodeType="tmRoot" restart="never">
          <p:childTnLst>
            <p:seq concurrent="1" nextAc="seek">
              <p:cTn dur="indefinite" id="2" nodeType="mainSeq">
                <p:childTnLst>
                  <p:par>
                    <p:cTn fill="hold">
                      <p:stCondLst>
                        <p:cond delay="indefinite"/>
                      </p:stCondLst>
                      <p:childTnLst>
                        <p:par>
                          <p:cTn fill="hold">
                            <p:stCondLst>
                              <p:cond delay="0"/>
                            </p:stCondLst>
                            <p:childTnLst>
                              <p:par>
                                <p:cTn fill="hold" nodeType="clickEffect" presetClass="entr" presetID="1" presetSubtype="0">
                                  <p:stCondLst>
                                    <p:cond delay="0"/>
                                  </p:stCondLst>
                                  <p:childTnLst>
                                    <p:set>
                                      <p:cBhvr>
                                        <p:cTn dur="1" fill="hold">
                                          <p:stCondLst>
                                            <p:cond delay="0"/>
                                          </p:stCondLst>
                                        </p:cTn>
                                        <p:tgtEl>
                                          <p:spTgt spid="150"/>
                                        </p:tgtEl>
                                        <p:attrNameLst>
                                          <p:attrName>style.visibility</p:attrName>
                                        </p:attrNameLst>
                                      </p:cBhvr>
                                      <p:to>
                                        <p:strVal val="visible"/>
                                      </p:to>
                                    </p:set>
                                  </p:childTnLst>
                                </p:cTn>
                              </p:par>
                            </p:childTnLst>
                          </p:cTn>
                        </p:par>
                      </p:childTnLst>
                    </p:cTn>
                  </p:par>
                  <p:par>
                    <p:cTn fill="hold">
                      <p:stCondLst>
                        <p:cond delay="indefinite"/>
                      </p:stCondLst>
                      <p:childTnLst>
                        <p:par>
                          <p:cTn fill="hold">
                            <p:stCondLst>
                              <p:cond delay="0"/>
                            </p:stCondLst>
                            <p:childTnLst>
                              <p:par>
                                <p:cTn fill="hold" nodeType="clickEffect" presetClass="entr" presetID="1" presetSubtype="0">
                                  <p:stCondLst>
                                    <p:cond delay="0"/>
                                  </p:stCondLst>
                                  <p:childTnLst>
                                    <p:set>
                                      <p:cBhvr>
                                        <p:cTn dur="1" fill="hold">
                                          <p:stCondLst>
                                            <p:cond delay="0"/>
                                          </p:stCondLst>
                                        </p:cTn>
                                        <p:tgtEl>
                                          <p:spTgt spid="151"/>
                                        </p:tgtEl>
                                        <p:attrNameLst>
                                          <p:attrName>style.visibility</p:attrName>
                                        </p:attrNameLst>
                                      </p:cBhvr>
                                      <p:to>
                                        <p:strVal val="visible"/>
                                      </p:to>
                                    </p:set>
                                  </p:childTnLst>
                                </p:cTn>
                              </p:par>
                            </p:childTnLst>
                          </p:cTn>
                        </p:par>
                      </p:childTnLst>
                    </p:cTn>
                  </p:par>
                  <p:par>
                    <p:cTn fill="hold">
                      <p:stCondLst>
                        <p:cond delay="indefinite"/>
                      </p:stCondLst>
                      <p:childTnLst>
                        <p:par>
                          <p:cTn fill="hold">
                            <p:stCondLst>
                              <p:cond delay="0"/>
                            </p:stCondLst>
                            <p:childTnLst>
                              <p:par>
                                <p:cTn fill="hold" nodeType="clickEffect" presetClass="entr" presetID="1" presetSubtype="0">
                                  <p:stCondLst>
                                    <p:cond delay="0"/>
                                  </p:stCondLst>
                                  <p:childTnLst>
                                    <p:set>
                                      <p:cBhvr>
                                        <p:cTn dur="1" fill="hold">
                                          <p:stCondLst>
                                            <p:cond delay="0"/>
                                          </p:stCondLst>
                                        </p:cTn>
                                        <p:tgtEl>
                                          <p:spTgt spid="152"/>
                                        </p:tgtEl>
                                        <p:attrNameLst>
                                          <p:attrName>style.visibility</p:attrName>
                                        </p:attrNameLst>
                                      </p:cBhvr>
                                      <p:to>
                                        <p:strVal val="visible"/>
                                      </p:to>
                                    </p:set>
                                  </p:childTnLst>
                                </p:cTn>
                              </p:par>
                            </p:childTnLst>
                          </p:cTn>
                        </p:par>
                      </p:childTnLst>
                    </p:cTn>
                  </p:par>
                </p:childTnLst>
              </p:cTn>
              <p:prevCondLst>
                <p:cond evt="onPrev">
                  <p:tgtEl>
                    <p:sldTgt/>
                  </p:tgtEl>
                </p:cond>
              </p:prevCondLst>
              <p:nextCondLst>
                <p:cond evt="onNext">
                  <p:tgtEl>
                    <p:sldTgt/>
                  </p:tgtEl>
                </p:cond>
              </p:nextCondLst>
            </p:seq>
          </p:childTnLst>
        </p:cTn>
      </p:par>
    </p:tnLst>
  </p:timing>
</p:sld>
</file>

<file path=ppt/slides/slide6.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bg>
      <p:bgPr>
        <a:solidFill>
          <a:schemeClr val="lt1"/>
        </a:solidFill>
      </p:bgPr>
    </p:bg>
    <p:spTree>
      <p:nvGrpSpPr>
        <p:cNvPr id="162" name="Shape 162"/>
        <p:cNvGrpSpPr/>
        <p:nvPr/>
      </p:nvGrpSpPr>
      <p:grpSpPr>
        <a:xfrm>
          <a:off x="0" y="0"/>
          <a:ext cx="0" cy="0"/>
          <a:chOff x="0" y="0"/>
          <a:chExt cx="0" cy="0"/>
        </a:xfrm>
      </p:grpSpPr>
      <p:sp>
        <p:nvSpPr>
          <p:cNvPr id="163" name="Google Shape;163;p18"/>
          <p:cNvSpPr txBox="1"/>
          <p:nvPr>
            <p:ph type="title"/>
          </p:nvPr>
        </p:nvSpPr>
        <p:spPr>
          <a:xfrm>
            <a:off x="3525300" y="-8546"/>
            <a:ext cx="2093400" cy="572700"/>
          </a:xfrm>
          <a:prstGeom prst="rect">
            <a:avLst/>
          </a:prstGeom>
        </p:spPr>
        <p:txBody>
          <a:bodyPr anchorCtr="0" anchor="t" bIns="91425" lIns="91425" spcFirstLastPara="1" rIns="91425" wrap="square" tIns="91425">
            <a:normAutofit/>
          </a:bodyPr>
          <a:lstStyle/>
          <a:p>
            <a:pPr indent="0" lvl="0" marL="0" rtl="0" algn="ctr">
              <a:spcBef>
                <a:spcPts val="0"/>
              </a:spcBef>
              <a:spcAft>
                <a:spcPts val="0"/>
              </a:spcAft>
              <a:buNone/>
            </a:pPr>
            <a:r>
              <a:rPr b="1" lang="en" sz="2400">
                <a:solidFill>
                  <a:srgbClr val="434343"/>
                </a:solidFill>
                <a:latin typeface="Georgia"/>
                <a:ea typeface="Georgia"/>
                <a:cs typeface="Georgia"/>
                <a:sym typeface="Georgia"/>
              </a:rPr>
              <a:t>Summary</a:t>
            </a:r>
            <a:endParaRPr/>
          </a:p>
        </p:txBody>
      </p:sp>
      <p:pic>
        <p:nvPicPr>
          <p:cNvPr id="164" name="Google Shape;164;p18" title="NYU Logo.png"/>
          <p:cNvPicPr preferRelativeResize="0"/>
          <p:nvPr/>
        </p:nvPicPr>
        <p:blipFill>
          <a:blip r:embed="rId3">
            <a:alphaModFix/>
          </a:blip>
          <a:stretch>
            <a:fillRect/>
          </a:stretch>
        </p:blipFill>
        <p:spPr>
          <a:xfrm>
            <a:off x="46975" y="58725"/>
            <a:ext cx="980152" cy="334051"/>
          </a:xfrm>
          <a:prstGeom prst="rect">
            <a:avLst/>
          </a:prstGeom>
          <a:noFill/>
          <a:ln>
            <a:noFill/>
          </a:ln>
        </p:spPr>
      </p:pic>
      <p:sp>
        <p:nvSpPr>
          <p:cNvPr id="165" name="Google Shape;165;p18"/>
          <p:cNvSpPr txBox="1"/>
          <p:nvPr/>
        </p:nvSpPr>
        <p:spPr>
          <a:xfrm>
            <a:off x="1151750" y="393357"/>
            <a:ext cx="2449200" cy="400200"/>
          </a:xfrm>
          <a:prstGeom prst="rect">
            <a:avLst/>
          </a:prstGeom>
          <a:noFill/>
          <a:ln>
            <a:noFill/>
          </a:ln>
        </p:spPr>
        <p:txBody>
          <a:bodyPr anchorCtr="0" anchor="t" bIns="91425" lIns="91425" spcFirstLastPara="1" rIns="91425" wrap="square" tIns="91425">
            <a:spAutoFit/>
          </a:bodyPr>
          <a:lstStyle/>
          <a:p>
            <a:pPr indent="0" lvl="0" marL="0" rtl="0" algn="ctr">
              <a:spcBef>
                <a:spcPts val="0"/>
              </a:spcBef>
              <a:spcAft>
                <a:spcPts val="0"/>
              </a:spcAft>
              <a:buNone/>
            </a:pPr>
            <a:r>
              <a:rPr b="1" lang="en">
                <a:solidFill>
                  <a:srgbClr val="4E2488"/>
                </a:solidFill>
                <a:latin typeface="Georgia"/>
                <a:ea typeface="Georgia"/>
                <a:cs typeface="Georgia"/>
                <a:sym typeface="Georgia"/>
              </a:rPr>
              <a:t>Elastic Net</a:t>
            </a:r>
            <a:endParaRPr b="1">
              <a:solidFill>
                <a:srgbClr val="4E2488"/>
              </a:solidFill>
              <a:latin typeface="Georgia"/>
              <a:ea typeface="Georgia"/>
              <a:cs typeface="Georgia"/>
              <a:sym typeface="Georgia"/>
            </a:endParaRPr>
          </a:p>
        </p:txBody>
      </p:sp>
      <p:sp>
        <p:nvSpPr>
          <p:cNvPr id="166" name="Google Shape;166;p18"/>
          <p:cNvSpPr txBox="1"/>
          <p:nvPr/>
        </p:nvSpPr>
        <p:spPr>
          <a:xfrm>
            <a:off x="5549075" y="313538"/>
            <a:ext cx="2449200" cy="400200"/>
          </a:xfrm>
          <a:prstGeom prst="rect">
            <a:avLst/>
          </a:prstGeom>
          <a:noFill/>
          <a:ln>
            <a:noFill/>
          </a:ln>
        </p:spPr>
        <p:txBody>
          <a:bodyPr anchorCtr="0" anchor="t" bIns="91425" lIns="91425" spcFirstLastPara="1" rIns="91425" wrap="square" tIns="91425">
            <a:spAutoFit/>
          </a:bodyPr>
          <a:lstStyle/>
          <a:p>
            <a:pPr indent="0" lvl="0" marL="0" rtl="0" algn="ctr">
              <a:spcBef>
                <a:spcPts val="0"/>
              </a:spcBef>
              <a:spcAft>
                <a:spcPts val="0"/>
              </a:spcAft>
              <a:buNone/>
            </a:pPr>
            <a:r>
              <a:rPr b="1" lang="en">
                <a:solidFill>
                  <a:srgbClr val="4E2488"/>
                </a:solidFill>
                <a:latin typeface="Georgia"/>
                <a:ea typeface="Georgia"/>
                <a:cs typeface="Georgia"/>
                <a:sym typeface="Georgia"/>
              </a:rPr>
              <a:t>VAR</a:t>
            </a:r>
            <a:endParaRPr b="1">
              <a:solidFill>
                <a:srgbClr val="4E2488"/>
              </a:solidFill>
              <a:latin typeface="Georgia"/>
              <a:ea typeface="Georgia"/>
              <a:cs typeface="Georgia"/>
              <a:sym typeface="Georgia"/>
            </a:endParaRPr>
          </a:p>
        </p:txBody>
      </p:sp>
      <p:sp>
        <p:nvSpPr>
          <p:cNvPr id="167" name="Google Shape;167;p18"/>
          <p:cNvSpPr txBox="1"/>
          <p:nvPr/>
        </p:nvSpPr>
        <p:spPr>
          <a:xfrm>
            <a:off x="1157738" y="2324996"/>
            <a:ext cx="2449200" cy="400200"/>
          </a:xfrm>
          <a:prstGeom prst="rect">
            <a:avLst/>
          </a:prstGeom>
          <a:noFill/>
          <a:ln>
            <a:noFill/>
          </a:ln>
        </p:spPr>
        <p:txBody>
          <a:bodyPr anchorCtr="0" anchor="t" bIns="91425" lIns="91425" spcFirstLastPara="1" rIns="91425" wrap="square" tIns="91425">
            <a:spAutoFit/>
          </a:bodyPr>
          <a:lstStyle/>
          <a:p>
            <a:pPr indent="0" lvl="0" marL="0" rtl="0" algn="ctr">
              <a:spcBef>
                <a:spcPts val="0"/>
              </a:spcBef>
              <a:spcAft>
                <a:spcPts val="0"/>
              </a:spcAft>
              <a:buNone/>
            </a:pPr>
            <a:r>
              <a:rPr b="1" lang="en">
                <a:solidFill>
                  <a:srgbClr val="4E2488"/>
                </a:solidFill>
                <a:latin typeface="Georgia"/>
                <a:ea typeface="Georgia"/>
                <a:cs typeface="Georgia"/>
                <a:sym typeface="Georgia"/>
              </a:rPr>
              <a:t>XGBoost</a:t>
            </a:r>
            <a:endParaRPr b="1">
              <a:solidFill>
                <a:srgbClr val="4E2488"/>
              </a:solidFill>
              <a:latin typeface="Georgia"/>
              <a:ea typeface="Georgia"/>
              <a:cs typeface="Georgia"/>
              <a:sym typeface="Georgia"/>
            </a:endParaRPr>
          </a:p>
        </p:txBody>
      </p:sp>
      <p:sp>
        <p:nvSpPr>
          <p:cNvPr id="168" name="Google Shape;168;p18"/>
          <p:cNvSpPr txBox="1"/>
          <p:nvPr/>
        </p:nvSpPr>
        <p:spPr>
          <a:xfrm>
            <a:off x="5549063" y="2325588"/>
            <a:ext cx="2449200" cy="400200"/>
          </a:xfrm>
          <a:prstGeom prst="rect">
            <a:avLst/>
          </a:prstGeom>
          <a:noFill/>
          <a:ln>
            <a:noFill/>
          </a:ln>
        </p:spPr>
        <p:txBody>
          <a:bodyPr anchorCtr="0" anchor="t" bIns="91425" lIns="91425" spcFirstLastPara="1" rIns="91425" wrap="square" tIns="91425">
            <a:spAutoFit/>
          </a:bodyPr>
          <a:lstStyle/>
          <a:p>
            <a:pPr indent="0" lvl="0" marL="0" rtl="0" algn="ctr">
              <a:spcBef>
                <a:spcPts val="0"/>
              </a:spcBef>
              <a:spcAft>
                <a:spcPts val="0"/>
              </a:spcAft>
              <a:buNone/>
            </a:pPr>
            <a:r>
              <a:rPr b="1" lang="en">
                <a:solidFill>
                  <a:srgbClr val="4E2488"/>
                </a:solidFill>
                <a:latin typeface="Georgia"/>
                <a:ea typeface="Georgia"/>
                <a:cs typeface="Georgia"/>
                <a:sym typeface="Georgia"/>
              </a:rPr>
              <a:t>LSTM</a:t>
            </a:r>
            <a:endParaRPr b="1">
              <a:solidFill>
                <a:srgbClr val="4E2488"/>
              </a:solidFill>
              <a:latin typeface="Georgia"/>
              <a:ea typeface="Georgia"/>
              <a:cs typeface="Georgia"/>
              <a:sym typeface="Georgia"/>
            </a:endParaRPr>
          </a:p>
        </p:txBody>
      </p:sp>
      <p:pic>
        <p:nvPicPr>
          <p:cNvPr id="169" name="Google Shape;169;p18"/>
          <p:cNvPicPr preferRelativeResize="0"/>
          <p:nvPr/>
        </p:nvPicPr>
        <p:blipFill>
          <a:blip r:embed="rId4">
            <a:alphaModFix/>
          </a:blip>
          <a:stretch>
            <a:fillRect/>
          </a:stretch>
        </p:blipFill>
        <p:spPr>
          <a:xfrm>
            <a:off x="180504" y="774262"/>
            <a:ext cx="4114799" cy="1552016"/>
          </a:xfrm>
          <a:prstGeom prst="rect">
            <a:avLst/>
          </a:prstGeom>
          <a:noFill/>
          <a:ln>
            <a:noFill/>
          </a:ln>
        </p:spPr>
      </p:pic>
      <p:pic>
        <p:nvPicPr>
          <p:cNvPr id="170" name="Google Shape;170;p18"/>
          <p:cNvPicPr preferRelativeResize="0"/>
          <p:nvPr/>
        </p:nvPicPr>
        <p:blipFill>
          <a:blip r:embed="rId5">
            <a:alphaModFix/>
          </a:blip>
          <a:stretch>
            <a:fillRect/>
          </a:stretch>
        </p:blipFill>
        <p:spPr>
          <a:xfrm>
            <a:off x="4728625" y="777331"/>
            <a:ext cx="4114799" cy="1554480"/>
          </a:xfrm>
          <a:prstGeom prst="rect">
            <a:avLst/>
          </a:prstGeom>
          <a:noFill/>
          <a:ln>
            <a:noFill/>
          </a:ln>
        </p:spPr>
      </p:pic>
      <p:pic>
        <p:nvPicPr>
          <p:cNvPr id="171" name="Google Shape;171;p18"/>
          <p:cNvPicPr preferRelativeResize="0"/>
          <p:nvPr/>
        </p:nvPicPr>
        <p:blipFill>
          <a:blip r:embed="rId6">
            <a:alphaModFix/>
          </a:blip>
          <a:stretch>
            <a:fillRect/>
          </a:stretch>
        </p:blipFill>
        <p:spPr>
          <a:xfrm>
            <a:off x="4728625" y="2697571"/>
            <a:ext cx="4114801" cy="1554480"/>
          </a:xfrm>
          <a:prstGeom prst="rect">
            <a:avLst/>
          </a:prstGeom>
          <a:noFill/>
          <a:ln>
            <a:noFill/>
          </a:ln>
        </p:spPr>
      </p:pic>
      <p:pic>
        <p:nvPicPr>
          <p:cNvPr id="172" name="Google Shape;172;p18"/>
          <p:cNvPicPr preferRelativeResize="0"/>
          <p:nvPr/>
        </p:nvPicPr>
        <p:blipFill>
          <a:blip r:embed="rId7">
            <a:alphaModFix/>
          </a:blip>
          <a:stretch>
            <a:fillRect/>
          </a:stretch>
        </p:blipFill>
        <p:spPr>
          <a:xfrm>
            <a:off x="180500" y="2697571"/>
            <a:ext cx="4114801" cy="1554480"/>
          </a:xfrm>
          <a:prstGeom prst="rect">
            <a:avLst/>
          </a:prstGeom>
          <a:noFill/>
          <a:ln>
            <a:noFill/>
          </a:ln>
        </p:spPr>
      </p:pic>
      <p:sp>
        <p:nvSpPr>
          <p:cNvPr id="173" name="Google Shape;173;p18"/>
          <p:cNvSpPr txBox="1"/>
          <p:nvPr/>
        </p:nvSpPr>
        <p:spPr>
          <a:xfrm>
            <a:off x="180500" y="4399625"/>
            <a:ext cx="8662800" cy="692700"/>
          </a:xfrm>
          <a:prstGeom prst="rect">
            <a:avLst/>
          </a:prstGeom>
          <a:noFill/>
          <a:ln>
            <a:noFill/>
          </a:ln>
        </p:spPr>
        <p:txBody>
          <a:bodyPr anchorCtr="0" anchor="t" bIns="91425" lIns="91425" spcFirstLastPara="1" rIns="91425" wrap="square" tIns="91425">
            <a:spAutoFit/>
          </a:bodyPr>
          <a:lstStyle/>
          <a:p>
            <a:pPr indent="0" lvl="0" marL="0" rtl="0" algn="ctr">
              <a:spcBef>
                <a:spcPts val="0"/>
              </a:spcBef>
              <a:spcAft>
                <a:spcPts val="0"/>
              </a:spcAft>
              <a:buNone/>
            </a:pPr>
            <a:r>
              <a:rPr i="1" lang="en" sz="1100">
                <a:latin typeface="Georgia"/>
                <a:ea typeface="Georgia"/>
                <a:cs typeface="Georgia"/>
                <a:sym typeface="Georgia"/>
              </a:rPr>
              <a:t>Overall, short-horizon oil returns are extremely difficult to forecast, with most models performing close to the naive benchmark. However, nonlinear models like XGBoost and LSTM show meaningful directional improvement at the 20-day horizon, suggesting weak but horizon-dependent nonlinear structure.</a:t>
            </a:r>
            <a:endParaRPr i="1" sz="1100">
              <a:latin typeface="Georgia"/>
              <a:ea typeface="Georgia"/>
              <a:cs typeface="Georgia"/>
              <a:sym typeface="Georgia"/>
            </a:endParaRPr>
          </a:p>
        </p:txBody>
      </p:sp>
    </p:spTree>
  </p:cSld>
  <p:clrMapOvr>
    <a:masterClrMapping/>
  </p:clrMapOvr>
  <p:timing>
    <p:tnLst>
      <p:par>
        <p:cTn dur="indefinite" nodeType="tmRoot" restart="never">
          <p:childTnLst>
            <p:seq concurrent="1" nextAc="seek">
              <p:cTn dur="indefinite" id="2" nodeType="mainSeq">
                <p:childTnLst>
                  <p:par>
                    <p:cTn fill="hold">
                      <p:stCondLst>
                        <p:cond delay="indefinite"/>
                      </p:stCondLst>
                      <p:childTnLst>
                        <p:par>
                          <p:cTn fill="hold">
                            <p:stCondLst>
                              <p:cond delay="0"/>
                            </p:stCondLst>
                            <p:childTnLst>
                              <p:par>
                                <p:cTn fill="hold" nodeType="clickEffect" presetClass="entr" presetID="1" presetSubtype="0">
                                  <p:stCondLst>
                                    <p:cond delay="0"/>
                                  </p:stCondLst>
                                  <p:childTnLst>
                                    <p:set>
                                      <p:cBhvr>
                                        <p:cTn dur="1" fill="hold">
                                          <p:stCondLst>
                                            <p:cond delay="0"/>
                                          </p:stCondLst>
                                        </p:cTn>
                                        <p:tgtEl>
                                          <p:spTgt spid="165"/>
                                        </p:tgtEl>
                                        <p:attrNameLst>
                                          <p:attrName>style.visibility</p:attrName>
                                        </p:attrNameLst>
                                      </p:cBhvr>
                                      <p:to>
                                        <p:strVal val="visible"/>
                                      </p:to>
                                    </p:set>
                                  </p:childTnLst>
                                </p:cTn>
                              </p:par>
                              <p:par>
                                <p:cTn fill="hold" nodeType="withEffect" presetClass="entr" presetID="1" presetSubtype="0">
                                  <p:stCondLst>
                                    <p:cond delay="0"/>
                                  </p:stCondLst>
                                  <p:childTnLst>
                                    <p:set>
                                      <p:cBhvr>
                                        <p:cTn dur="1" fill="hold">
                                          <p:stCondLst>
                                            <p:cond delay="0"/>
                                          </p:stCondLst>
                                        </p:cTn>
                                        <p:tgtEl>
                                          <p:spTgt spid="169"/>
                                        </p:tgtEl>
                                        <p:attrNameLst>
                                          <p:attrName>style.visibility</p:attrName>
                                        </p:attrNameLst>
                                      </p:cBhvr>
                                      <p:to>
                                        <p:strVal val="visible"/>
                                      </p:to>
                                    </p:set>
                                  </p:childTnLst>
                                </p:cTn>
                              </p:par>
                            </p:childTnLst>
                          </p:cTn>
                        </p:par>
                      </p:childTnLst>
                    </p:cTn>
                  </p:par>
                  <p:par>
                    <p:cTn fill="hold">
                      <p:stCondLst>
                        <p:cond delay="indefinite"/>
                      </p:stCondLst>
                      <p:childTnLst>
                        <p:par>
                          <p:cTn fill="hold">
                            <p:stCondLst>
                              <p:cond delay="0"/>
                            </p:stCondLst>
                            <p:childTnLst>
                              <p:par>
                                <p:cTn fill="hold" nodeType="clickEffect" presetClass="entr" presetID="1" presetSubtype="0">
                                  <p:stCondLst>
                                    <p:cond delay="0"/>
                                  </p:stCondLst>
                                  <p:childTnLst>
                                    <p:set>
                                      <p:cBhvr>
                                        <p:cTn dur="1" fill="hold">
                                          <p:stCondLst>
                                            <p:cond delay="0"/>
                                          </p:stCondLst>
                                        </p:cTn>
                                        <p:tgtEl>
                                          <p:spTgt spid="166"/>
                                        </p:tgtEl>
                                        <p:attrNameLst>
                                          <p:attrName>style.visibility</p:attrName>
                                        </p:attrNameLst>
                                      </p:cBhvr>
                                      <p:to>
                                        <p:strVal val="visible"/>
                                      </p:to>
                                    </p:set>
                                  </p:childTnLst>
                                </p:cTn>
                              </p:par>
                              <p:par>
                                <p:cTn fill="hold" nodeType="withEffect" presetClass="entr" presetID="1" presetSubtype="0">
                                  <p:stCondLst>
                                    <p:cond delay="0"/>
                                  </p:stCondLst>
                                  <p:childTnLst>
                                    <p:set>
                                      <p:cBhvr>
                                        <p:cTn dur="1" fill="hold">
                                          <p:stCondLst>
                                            <p:cond delay="0"/>
                                          </p:stCondLst>
                                        </p:cTn>
                                        <p:tgtEl>
                                          <p:spTgt spid="170"/>
                                        </p:tgtEl>
                                        <p:attrNameLst>
                                          <p:attrName>style.visibility</p:attrName>
                                        </p:attrNameLst>
                                      </p:cBhvr>
                                      <p:to>
                                        <p:strVal val="visible"/>
                                      </p:to>
                                    </p:set>
                                  </p:childTnLst>
                                </p:cTn>
                              </p:par>
                            </p:childTnLst>
                          </p:cTn>
                        </p:par>
                      </p:childTnLst>
                    </p:cTn>
                  </p:par>
                  <p:par>
                    <p:cTn fill="hold">
                      <p:stCondLst>
                        <p:cond delay="indefinite"/>
                      </p:stCondLst>
                      <p:childTnLst>
                        <p:par>
                          <p:cTn fill="hold">
                            <p:stCondLst>
                              <p:cond delay="0"/>
                            </p:stCondLst>
                            <p:childTnLst>
                              <p:par>
                                <p:cTn fill="hold" nodeType="clickEffect" presetClass="entr" presetID="1" presetSubtype="0">
                                  <p:stCondLst>
                                    <p:cond delay="0"/>
                                  </p:stCondLst>
                                  <p:childTnLst>
                                    <p:set>
                                      <p:cBhvr>
                                        <p:cTn dur="1" fill="hold">
                                          <p:stCondLst>
                                            <p:cond delay="0"/>
                                          </p:stCondLst>
                                        </p:cTn>
                                        <p:tgtEl>
                                          <p:spTgt spid="167"/>
                                        </p:tgtEl>
                                        <p:attrNameLst>
                                          <p:attrName>style.visibility</p:attrName>
                                        </p:attrNameLst>
                                      </p:cBhvr>
                                      <p:to>
                                        <p:strVal val="visible"/>
                                      </p:to>
                                    </p:set>
                                  </p:childTnLst>
                                </p:cTn>
                              </p:par>
                              <p:par>
                                <p:cTn fill="hold" nodeType="withEffect" presetClass="entr" presetID="1" presetSubtype="0">
                                  <p:stCondLst>
                                    <p:cond delay="0"/>
                                  </p:stCondLst>
                                  <p:childTnLst>
                                    <p:set>
                                      <p:cBhvr>
                                        <p:cTn dur="1" fill="hold">
                                          <p:stCondLst>
                                            <p:cond delay="0"/>
                                          </p:stCondLst>
                                        </p:cTn>
                                        <p:tgtEl>
                                          <p:spTgt spid="172"/>
                                        </p:tgtEl>
                                        <p:attrNameLst>
                                          <p:attrName>style.visibility</p:attrName>
                                        </p:attrNameLst>
                                      </p:cBhvr>
                                      <p:to>
                                        <p:strVal val="visible"/>
                                      </p:to>
                                    </p:set>
                                  </p:childTnLst>
                                </p:cTn>
                              </p:par>
                            </p:childTnLst>
                          </p:cTn>
                        </p:par>
                      </p:childTnLst>
                    </p:cTn>
                  </p:par>
                  <p:par>
                    <p:cTn fill="hold">
                      <p:stCondLst>
                        <p:cond delay="indefinite"/>
                      </p:stCondLst>
                      <p:childTnLst>
                        <p:par>
                          <p:cTn fill="hold">
                            <p:stCondLst>
                              <p:cond delay="0"/>
                            </p:stCondLst>
                            <p:childTnLst>
                              <p:par>
                                <p:cTn fill="hold" nodeType="clickEffect" presetClass="entr" presetID="1" presetSubtype="0">
                                  <p:stCondLst>
                                    <p:cond delay="0"/>
                                  </p:stCondLst>
                                  <p:childTnLst>
                                    <p:set>
                                      <p:cBhvr>
                                        <p:cTn dur="1" fill="hold">
                                          <p:stCondLst>
                                            <p:cond delay="0"/>
                                          </p:stCondLst>
                                        </p:cTn>
                                        <p:tgtEl>
                                          <p:spTgt spid="168"/>
                                        </p:tgtEl>
                                        <p:attrNameLst>
                                          <p:attrName>style.visibility</p:attrName>
                                        </p:attrNameLst>
                                      </p:cBhvr>
                                      <p:to>
                                        <p:strVal val="visible"/>
                                      </p:to>
                                    </p:set>
                                  </p:childTnLst>
                                </p:cTn>
                              </p:par>
                              <p:par>
                                <p:cTn fill="hold" nodeType="withEffect" presetClass="entr" presetID="1" presetSubtype="0">
                                  <p:stCondLst>
                                    <p:cond delay="0"/>
                                  </p:stCondLst>
                                  <p:childTnLst>
                                    <p:set>
                                      <p:cBhvr>
                                        <p:cTn dur="1" fill="hold">
                                          <p:stCondLst>
                                            <p:cond delay="0"/>
                                          </p:stCondLst>
                                        </p:cTn>
                                        <p:tgtEl>
                                          <p:spTgt spid="171"/>
                                        </p:tgtEl>
                                        <p:attrNameLst>
                                          <p:attrName>style.visibility</p:attrName>
                                        </p:attrNameLst>
                                      </p:cBhvr>
                                      <p:to>
                                        <p:strVal val="visible"/>
                                      </p:to>
                                    </p:set>
                                  </p:childTnLst>
                                </p:cTn>
                              </p:par>
                            </p:childTnLst>
                          </p:cTn>
                        </p:par>
                      </p:childTnLst>
                    </p:cTn>
                  </p:par>
                  <p:par>
                    <p:cTn fill="hold">
                      <p:stCondLst>
                        <p:cond delay="indefinite"/>
                      </p:stCondLst>
                      <p:childTnLst>
                        <p:par>
                          <p:cTn fill="hold">
                            <p:stCondLst>
                              <p:cond delay="0"/>
                            </p:stCondLst>
                            <p:childTnLst>
                              <p:par>
                                <p:cTn fill="hold" nodeType="clickEffect" presetClass="entr" presetID="1" presetSubtype="0">
                                  <p:stCondLst>
                                    <p:cond delay="0"/>
                                  </p:stCondLst>
                                  <p:childTnLst>
                                    <p:set>
                                      <p:cBhvr>
                                        <p:cTn dur="1" fill="hold">
                                          <p:stCondLst>
                                            <p:cond delay="0"/>
                                          </p:stCondLst>
                                        </p:cTn>
                                        <p:tgtEl>
                                          <p:spTgt spid="173"/>
                                        </p:tgtEl>
                                        <p:attrNameLst>
                                          <p:attrName>style.visibility</p:attrName>
                                        </p:attrNameLst>
                                      </p:cBhvr>
                                      <p:to>
                                        <p:strVal val="visible"/>
                                      </p:to>
                                    </p:set>
                                  </p:childTnLst>
                                </p:cTn>
                              </p:par>
                            </p:childTnLst>
                          </p:cTn>
                        </p:par>
                      </p:childTnLst>
                    </p:cTn>
                  </p:par>
                </p:childTnLst>
              </p:cTn>
              <p:prevCondLst>
                <p:cond evt="onPrev">
                  <p:tgtEl>
                    <p:sldTgt/>
                  </p:tgtEl>
                </p:cond>
              </p:prevCondLst>
              <p:nextCondLst>
                <p:cond evt="onNext">
                  <p:tgtEl>
                    <p:sldTgt/>
                  </p:tgtEl>
                </p:cond>
              </p:nextCondLst>
            </p:seq>
          </p:childTnLst>
        </p:cTn>
      </p:par>
    </p:tnLst>
  </p:timing>
</p:sld>
</file>

<file path=ppt/theme/theme1.xml><?xml version="1.0" encoding="utf-8"?>
<a:theme xmlns:a="http://schemas.openxmlformats.org/drawingml/2006/main" xmlns:r="http://schemas.openxmlformats.org/officeDocument/2006/relationships">
  <a:themeElements>
    <a:clrScheme name="Default">
      <a:dk1>
        <a:srgbClr val="000000"/>
      </a:dk1>
      <a:lt1>
        <a:srgbClr val="FFFFFF"/>
      </a:lt1>
      <a:dk2>
        <a:srgbClr val="158158"/>
      </a:dk2>
      <a:lt2>
        <a:srgbClr val="F3F3F3"/>
      </a:lt2>
      <a:accent1>
        <a:srgbClr val="058DC7"/>
      </a:accent1>
      <a:accent2>
        <a:srgbClr val="50B432"/>
      </a:accent2>
      <a:accent3>
        <a:srgbClr val="ED561B"/>
      </a:accent3>
      <a:accent4>
        <a:srgbClr val="EDEF00"/>
      </a:accent4>
      <a:accent5>
        <a:srgbClr val="24CBE5"/>
      </a:accent5>
      <a:accent6>
        <a:srgbClr val="64E572"/>
      </a:accent6>
      <a:hlink>
        <a:srgbClr val="2200CC"/>
      </a:hlink>
      <a:folHlink>
        <a:srgbClr val="551A8B"/>
      </a:folHlink>
    </a:clrScheme>
    <a:fontScheme name="Office">
      <a:majorFont>
        <a:latin typeface="Arial"/>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Arial"/>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tint val="100000"/>
                <a:shade val="100000"/>
                <a:satMod val="130000"/>
              </a:schemeClr>
            </a:gs>
            <a:gs pos="100000">
              <a:schemeClr val="phClr">
                <a:tint val="50000"/>
                <a:shade val="100000"/>
                <a:satMod val="350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theme>
</file>

<file path=ppt/theme/theme2.xml><?xml version="1.0" encoding="utf-8"?>
<a:theme xmlns:a="http://schemas.openxmlformats.org/drawingml/2006/main" xmlns:r="http://schemas.openxmlformats.org/officeDocument/2006/relationships" name="Simple Light">
  <a:themeElements>
    <a:clrScheme name="Simple Light">
      <a:dk1>
        <a:srgbClr val="000000"/>
      </a:dk1>
      <a:lt1>
        <a:srgbClr val="FFFFFF"/>
      </a:lt1>
      <a:dk2>
        <a:srgbClr val="595959"/>
      </a:dk2>
      <a:lt2>
        <a:srgbClr val="EEEEEE"/>
      </a:lt2>
      <a:accent1>
        <a:srgbClr val="4285F4"/>
      </a:accent1>
      <a:accent2>
        <a:srgbClr val="212121"/>
      </a:accent2>
      <a:accent3>
        <a:srgbClr val="78909C"/>
      </a:accent3>
      <a:accent4>
        <a:srgbClr val="FFAB40"/>
      </a:accent4>
      <a:accent5>
        <a:srgbClr val="0097A7"/>
      </a:accent5>
      <a:accent6>
        <a:srgbClr val="EEFF41"/>
      </a:accent6>
      <a:hlink>
        <a:srgbClr val="0097A7"/>
      </a:hlink>
      <a:folHlink>
        <a:srgbClr val="0097A7"/>
      </a:folHlink>
    </a:clrScheme>
    <a:fontScheme name="Office">
      <a:majorFont>
        <a:latin typeface="Arial"/>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Arial"/>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tint val="100000"/>
                <a:shade val="100000"/>
                <a:satMod val="130000"/>
              </a:schemeClr>
            </a:gs>
            <a:gs pos="100000">
              <a:schemeClr val="phClr">
                <a:tint val="50000"/>
                <a:shade val="100000"/>
                <a:satMod val="350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theme>
</file>